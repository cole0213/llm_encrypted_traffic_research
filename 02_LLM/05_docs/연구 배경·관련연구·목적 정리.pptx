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48" r:id="rId5"/>
  </p:sldMasterIdLst>
  <p:notesMasterIdLst>
    <p:notesMasterId r:id="rId19"/>
  </p:notesMasterIdLst>
  <p:sldIdLst>
    <p:sldId id="256" r:id="rIdS1"/>
    <p:sldId id="257" r:id="rIdS2"/>
    <p:sldId id="258" r:id="rIdS3"/>
    <p:sldId id="259" r:id="rIdS4"/>
    <p:sldId id="260" r:id="rIdS5"/>
    <p:sldId id="261" r:id="rIdS6"/>
    <p:sldId id="262" r:id="rIdS7"/>
    <p:sldId id="263" r:id="rIdS8"/>
    <p:sldId id="264" r:id="rIdS9"/>
    <p:sldId id="265" r:id="rIdS10"/>
    <p:sldId id="266" r:id="rIdS11"/>
    <p:sldId id="267" r:id="rIdS12"/>
    <p:sldId id="268" r:id="rIdS13"/>
    <p:sldId id="269" r:id="rIdS14"/>
    <p:sldId id="270" r:id="rIdS15"/>
    <p:sldId id="271" r:id="rIdS16"/>
    <p:sldId id="272" r:id="rIdS17"/>
    <p:sldId id="273" r:id="rIdS18"/>
    <p:sldId id="274" r:id="rIdS19"/>
    <p:sldId id="275" r:id="rIdS20"/>
    <p:sldId id="276" r:id="rIdS21"/>
    <p:sldId id="277" r:id="rIdS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38" userDrawn="1">
          <p15:clr>
            <a:srgbClr val="A4A3A4"/>
          </p15:clr>
        </p15:guide>
        <p15:guide id="2" pos="59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375DA1"/>
    <a:srgbClr val="A7B5DB"/>
    <a:srgbClr val="DAEAFE"/>
    <a:srgbClr val="ABC5E3"/>
    <a:srgbClr val="056AE8"/>
    <a:srgbClr val="CC99FF"/>
    <a:srgbClr val="E5EFF9"/>
    <a:srgbClr val="ED7D31"/>
    <a:srgbClr val="3A5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7" autoAdjust="0"/>
    <p:restoredTop sz="85212" autoAdjust="0"/>
  </p:normalViewPr>
  <p:slideViewPr>
    <p:cSldViewPr snapToGrid="0">
      <p:cViewPr varScale="1">
        <p:scale>
          <a:sx n="95" d="100"/>
          <a:sy n="95" d="100"/>
        </p:scale>
        <p:origin x="1194" y="84"/>
      </p:cViewPr>
      <p:guideLst>
        <p:guide orient="horz" pos="1638"/>
        <p:guide pos="59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1" d="100"/>
          <a:sy n="91" d="100"/>
        </p:scale>
        <p:origin x="356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2" Type="http://schemas.openxmlformats.org/officeDocument/2006/relationships/customXml" Target="../customXml/item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22" Type="http://schemas.openxmlformats.org/officeDocument/2006/relationships/theme" Target="theme/theme1.xml"/>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S5" Type="http://schemas.openxmlformats.org/officeDocument/2006/relationships/slide" Target="slides/slide5.xml"/><Relationship Id="rIdS6" Type="http://schemas.openxmlformats.org/officeDocument/2006/relationships/slide" Target="slides/slide6.xml"/><Relationship Id="rIdS7" Type="http://schemas.openxmlformats.org/officeDocument/2006/relationships/slide" Target="slides/slide7.xml"/><Relationship Id="rIdS8" Type="http://schemas.openxmlformats.org/officeDocument/2006/relationships/slide" Target="slides/slide8.xml"/><Relationship Id="rIdS9" Type="http://schemas.openxmlformats.org/officeDocument/2006/relationships/slide" Target="slides/slide9.xml"/><Relationship Id="rIdS10" Type="http://schemas.openxmlformats.org/officeDocument/2006/relationships/slide" Target="slides/slide10.xml"/><Relationship Id="rIdS11" Type="http://schemas.openxmlformats.org/officeDocument/2006/relationships/slide" Target="slides/slide11.xml"/><Relationship Id="rIdS12" Type="http://schemas.openxmlformats.org/officeDocument/2006/relationships/slide" Target="slides/slide12.xml"/><Relationship Id="rIdS13" Type="http://schemas.openxmlformats.org/officeDocument/2006/relationships/slide" Target="slides/slide13.xml"/><Relationship Id="rIdS14" Type="http://schemas.openxmlformats.org/officeDocument/2006/relationships/slide" Target="slides/slide14.xml"/><Relationship Id="rIdS15" Type="http://schemas.openxmlformats.org/officeDocument/2006/relationships/slide" Target="slides/slide15.xml"/><Relationship Id="rIdS16" Type="http://schemas.openxmlformats.org/officeDocument/2006/relationships/slide" Target="slides/slide16.xml"/><Relationship Id="rIdS17" Type="http://schemas.openxmlformats.org/officeDocument/2006/relationships/slide" Target="slides/slide17.xml"/><Relationship Id="rIdS18" Type="http://schemas.openxmlformats.org/officeDocument/2006/relationships/slide" Target="slides/slide18.xml"/><Relationship Id="rIdS19" Type="http://schemas.openxmlformats.org/officeDocument/2006/relationships/slide" Target="slides/slide19.xml"/><Relationship Id="rIdS20" Type="http://schemas.openxmlformats.org/officeDocument/2006/relationships/slide" Target="slides/slide20.xml"/><Relationship Id="rIdS21" Type="http://schemas.openxmlformats.org/officeDocument/2006/relationships/slide" Target="slides/slide21.xml"/><Relationship Id="rIdS22" Type="http://schemas.openxmlformats.org/officeDocument/2006/relationships/slide" Target="slides/slide2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심규상" userId="7c42deb9-6a7f-49c1-bd12-bcc09b0d1268" providerId="ADAL" clId="{CAE6F4ED-B4AD-4EBB-ACF1-9B08D11F9080}"/>
    <pc:docChg chg="undo redo custSel addSld delSld modSld sldOrd">
      <pc:chgData name="심규상" userId="7c42deb9-6a7f-49c1-bd12-bcc09b0d1268" providerId="ADAL" clId="{CAE6F4ED-B4AD-4EBB-ACF1-9B08D11F9080}" dt="2026-09-06T15:42:43.411" v="1461" actId="478"/>
      <pc:docMkLst>
        <pc:docMk/>
      </pc:docMkLst>
      <pc:sldChg chg="modSp mod">
        <pc:chgData name="심규상" userId="7c42deb9-6a7f-49c1-bd12-bcc09b0d1268" providerId="ADAL" clId="{CAE6F4ED-B4AD-4EBB-ACF1-9B08D11F9080}" dt="2026-08-13T13:22:53.230" v="242" actId="20577"/>
        <pc:sldMkLst>
          <pc:docMk/>
          <pc:sldMk cId="0" sldId="256"/>
        </pc:sldMkLst>
        <pc:spChg chg="mod">
          <ac:chgData name="심규상" userId="7c42deb9-6a7f-49c1-bd12-bcc09b0d1268" providerId="ADAL" clId="{CAE6F4ED-B4AD-4EBB-ACF1-9B08D11F9080}" dt="2026-08-10T02:53:13.920" v="216"/>
          <ac:spMkLst>
            <pc:docMk/>
            <pc:sldMk cId="0" sldId="256"/>
            <ac:spMk id="2" creationId="{00000000-0000-0000-0000-000000000000}"/>
          </ac:spMkLst>
        </pc:spChg>
        <pc:spChg chg="mod">
          <ac:chgData name="심규상" userId="7c42deb9-6a7f-49c1-bd12-bcc09b0d1268" providerId="ADAL" clId="{CAE6F4ED-B4AD-4EBB-ACF1-9B08D11F9080}" dt="2026-08-13T13:22:53.230" v="242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심규상" userId="7c42deb9-6a7f-49c1-bd12-bcc09b0d1268" providerId="ADAL" clId="{CAE6F4ED-B4AD-4EBB-ACF1-9B08D11F9080}" dt="2026-08-13T13:22:52.103" v="240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심규상" userId="7c42deb9-6a7f-49c1-bd12-bcc09b0d1268" providerId="ADAL" clId="{CAE6F4ED-B4AD-4EBB-ACF1-9B08D11F9080}" dt="2026-08-24T04:47:04.497" v="961" actId="20577"/>
        <pc:sldMkLst>
          <pc:docMk/>
          <pc:sldMk cId="0" sldId="257"/>
        </pc:sldMkLst>
        <pc:spChg chg="mod">
          <ac:chgData name="심규상" userId="7c42deb9-6a7f-49c1-bd12-bcc09b0d1268" providerId="ADAL" clId="{CAE6F4ED-B4AD-4EBB-ACF1-9B08D11F9080}" dt="2026-08-14T03:51:36.417" v="505"/>
          <ac:spMkLst>
            <pc:docMk/>
            <pc:sldMk cId="0" sldId="257"/>
            <ac:spMk id="3" creationId="{00000000-0000-0000-0000-000000000000}"/>
          </ac:spMkLst>
        </pc:spChg>
        <pc:spChg chg="mod">
          <ac:chgData name="심규상" userId="7c42deb9-6a7f-49c1-bd12-bcc09b0d1268" providerId="ADAL" clId="{CAE6F4ED-B4AD-4EBB-ACF1-9B08D11F9080}" dt="2026-08-24T04:47:04.497" v="961" actId="20577"/>
          <ac:spMkLst>
            <pc:docMk/>
            <pc:sldMk cId="0" sldId="257"/>
            <ac:spMk id="4" creationId="{00000000-0000-0000-0000-000000000000}"/>
          </ac:spMkLst>
        </pc:spChg>
      </pc:sldChg>
      <pc:sldChg chg="delSp modSp mod">
        <pc:chgData name="심규상" userId="7c42deb9-6a7f-49c1-bd12-bcc09b0d1268" providerId="ADAL" clId="{CAE6F4ED-B4AD-4EBB-ACF1-9B08D11F9080}" dt="2026-09-06T15:42:21.879" v="1457" actId="478"/>
        <pc:sldMkLst>
          <pc:docMk/>
          <pc:sldMk cId="0" sldId="258"/>
        </pc:sldMkLst>
        <pc:spChg chg="mod">
          <ac:chgData name="심규상" userId="7c42deb9-6a7f-49c1-bd12-bcc09b0d1268" providerId="ADAL" clId="{CAE6F4ED-B4AD-4EBB-ACF1-9B08D11F9080}" dt="2026-08-11T04:45:30.204" v="225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심규상" userId="7c42deb9-6a7f-49c1-bd12-bcc09b0d1268" providerId="ADAL" clId="{CAE6F4ED-B4AD-4EBB-ACF1-9B08D11F9080}" dt="2026-09-06T15:42:21.879" v="1457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심규상" userId="7c42deb9-6a7f-49c1-bd12-bcc09b0d1268" providerId="ADAL" clId="{CAE6F4ED-B4AD-4EBB-ACF1-9B08D11F9080}" dt="2026-08-24T03:40:27.474" v="541" actId="20577"/>
          <ac:spMkLst>
            <pc:docMk/>
            <pc:sldMk cId="0" sldId="258"/>
            <ac:spMk id="4" creationId="{00000000-0000-0000-0000-000000000000}"/>
          </ac:spMkLst>
        </pc:spChg>
      </pc:sldChg>
      <pc:sldChg chg="delSp modSp mod">
        <pc:chgData name="심규상" userId="7c42deb9-6a7f-49c1-bd12-bcc09b0d1268" providerId="ADAL" clId="{CAE6F4ED-B4AD-4EBB-ACF1-9B08D11F9080}" dt="2026-09-06T15:42:27.566" v="1458" actId="478"/>
        <pc:sldMkLst>
          <pc:docMk/>
          <pc:sldMk cId="0" sldId="259"/>
        </pc:sldMkLst>
        <pc:spChg chg="del mod">
          <ac:chgData name="심규상" userId="7c42deb9-6a7f-49c1-bd12-bcc09b0d1268" providerId="ADAL" clId="{CAE6F4ED-B4AD-4EBB-ACF1-9B08D11F9080}" dt="2026-09-06T15:42:27.566" v="1458" actId="478"/>
          <ac:spMkLst>
            <pc:docMk/>
            <pc:sldMk cId="0" sldId="259"/>
            <ac:spMk id="3" creationId="{00000000-0000-0000-0000-000000000000}"/>
          </ac:spMkLst>
        </pc:spChg>
        <pc:spChg chg="mod">
          <ac:chgData name="심규상" userId="7c42deb9-6a7f-49c1-bd12-bcc09b0d1268" providerId="ADAL" clId="{CAE6F4ED-B4AD-4EBB-ACF1-9B08D11F9080}" dt="2026-08-24T04:30:43.899" v="888" actId="20577"/>
          <ac:spMkLst>
            <pc:docMk/>
            <pc:sldMk cId="0" sldId="259"/>
            <ac:spMk id="5" creationId="{00000000-0000-0000-0000-000000000000}"/>
          </ac:spMkLst>
        </pc:spChg>
      </pc:sldChg>
      <pc:sldChg chg="delSp modSp mod ord modNotesTx">
        <pc:chgData name="심규상" userId="7c42deb9-6a7f-49c1-bd12-bcc09b0d1268" providerId="ADAL" clId="{CAE6F4ED-B4AD-4EBB-ACF1-9B08D11F9080}" dt="2026-09-06T15:42:30.053" v="1459" actId="478"/>
        <pc:sldMkLst>
          <pc:docMk/>
          <pc:sldMk cId="0" sldId="260"/>
        </pc:sldMkLst>
        <pc:spChg chg="del">
          <ac:chgData name="심규상" userId="7c42deb9-6a7f-49c1-bd12-bcc09b0d1268" providerId="ADAL" clId="{CAE6F4ED-B4AD-4EBB-ACF1-9B08D11F9080}" dt="2026-09-06T15:42:30.053" v="1459" actId="478"/>
          <ac:spMkLst>
            <pc:docMk/>
            <pc:sldMk cId="0" sldId="260"/>
            <ac:spMk id="3" creationId="{00000000-0000-0000-0000-000000000000}"/>
          </ac:spMkLst>
        </pc:spChg>
        <pc:spChg chg="mod">
          <ac:chgData name="심규상" userId="7c42deb9-6a7f-49c1-bd12-bcc09b0d1268" providerId="ADAL" clId="{CAE6F4ED-B4AD-4EBB-ACF1-9B08D11F9080}" dt="2026-08-24T04:23:12.881" v="874" actId="20577"/>
          <ac:spMkLst>
            <pc:docMk/>
            <pc:sldMk cId="0" sldId="260"/>
            <ac:spMk id="4" creationId="{00000000-0000-0000-0000-000000000000}"/>
          </ac:spMkLst>
        </pc:spChg>
      </pc:sldChg>
      <pc:sldChg chg="delSp mod">
        <pc:chgData name="심규상" userId="7c42deb9-6a7f-49c1-bd12-bcc09b0d1268" providerId="ADAL" clId="{CAE6F4ED-B4AD-4EBB-ACF1-9B08D11F9080}" dt="2026-09-06T15:42:32.217" v="1460" actId="478"/>
        <pc:sldMkLst>
          <pc:docMk/>
          <pc:sldMk cId="0" sldId="261"/>
        </pc:sldMkLst>
        <pc:spChg chg="del">
          <ac:chgData name="심규상" userId="7c42deb9-6a7f-49c1-bd12-bcc09b0d1268" providerId="ADAL" clId="{CAE6F4ED-B4AD-4EBB-ACF1-9B08D11F9080}" dt="2026-09-06T15:42:32.217" v="1460" actId="478"/>
          <ac:spMkLst>
            <pc:docMk/>
            <pc:sldMk cId="0" sldId="261"/>
            <ac:spMk id="3" creationId="{00000000-0000-0000-0000-000000000000}"/>
          </ac:spMkLst>
        </pc:spChg>
      </pc:sldChg>
      <pc:sldChg chg="addSp delSp modSp mod">
        <pc:chgData name="심규상" userId="7c42deb9-6a7f-49c1-bd12-bcc09b0d1268" providerId="ADAL" clId="{CAE6F4ED-B4AD-4EBB-ACF1-9B08D11F9080}" dt="2026-09-06T15:42:43.411" v="1461" actId="478"/>
        <pc:sldMkLst>
          <pc:docMk/>
          <pc:sldMk cId="0" sldId="262"/>
        </pc:sldMkLst>
        <pc:spChg chg="mod">
          <ac:chgData name="심규상" userId="7c42deb9-6a7f-49c1-bd12-bcc09b0d1268" providerId="ADAL" clId="{CAE6F4ED-B4AD-4EBB-ACF1-9B08D11F9080}" dt="2026-08-24T04:47:05.368" v="966" actId="20577"/>
          <ac:spMkLst>
            <pc:docMk/>
            <pc:sldMk cId="0" sldId="262"/>
            <ac:spMk id="2" creationId="{00000000-0000-0000-0000-000000000000}"/>
          </ac:spMkLst>
        </pc:spChg>
        <pc:spChg chg="del">
          <ac:chgData name="심규상" userId="7c42deb9-6a7f-49c1-bd12-bcc09b0d1268" providerId="ADAL" clId="{CAE6F4ED-B4AD-4EBB-ACF1-9B08D11F9080}" dt="2026-09-06T15:42:43.411" v="1461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심규상" userId="7c42deb9-6a7f-49c1-bd12-bcc09b0d1268" providerId="ADAL" clId="{CAE6F4ED-B4AD-4EBB-ACF1-9B08D11F9080}" dt="2026-08-24T03:55:05.761" v="734" actId="20577"/>
          <ac:spMkLst>
            <pc:docMk/>
            <pc:sldMk cId="0" sldId="262"/>
            <ac:spMk id="5" creationId="{00000000-0000-0000-0000-000000000000}"/>
          </ac:spMkLst>
        </pc:spChg>
      </pc:sldChg>
      <pc:sldChg chg="modSp mod">
        <pc:chgData name="심규상" userId="7c42deb9-6a7f-49c1-bd12-bcc09b0d1268" providerId="ADAL" clId="{CAE6F4ED-B4AD-4EBB-ACF1-9B08D11F9080}" dt="2026-08-24T04:47:05.720" v="968" actId="20577"/>
        <pc:sldMkLst>
          <pc:docMk/>
          <pc:sldMk cId="0" sldId="263"/>
        </pc:sldMkLst>
        <pc:spChg chg="mod">
          <ac:chgData name="심규상" userId="7c42deb9-6a7f-49c1-bd12-bcc09b0d1268" providerId="ADAL" clId="{CAE6F4ED-B4AD-4EBB-ACF1-9B08D11F9080}" dt="2026-08-24T04:47:05.720" v="968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심규상" userId="7c42deb9-6a7f-49c1-bd12-bcc09b0d1268" providerId="ADAL" clId="{CAE6F4ED-B4AD-4EBB-ACF1-9B08D11F9080}" dt="2026-08-24T04:03:12.125" v="814" actId="20577"/>
          <ac:spMkLst>
            <pc:docMk/>
            <pc:sldMk cId="0" sldId="263"/>
            <ac:spMk id="5" creationId="{00000000-0000-0000-0000-000000000000}"/>
          </ac:spMkLst>
        </pc:spChg>
      </pc:sldChg>
      <pc:sldChg chg="modSp mod">
        <pc:chgData name="심규상" userId="7c42deb9-6a7f-49c1-bd12-bcc09b0d1268" providerId="ADAL" clId="{CAE6F4ED-B4AD-4EBB-ACF1-9B08D11F9080}" dt="2026-08-24T04:47:06.422" v="972" actId="20577"/>
        <pc:sldMkLst>
          <pc:docMk/>
          <pc:sldMk cId="0" sldId="264"/>
        </pc:sldMkLst>
        <pc:spChg chg="mod">
          <ac:chgData name="심규상" userId="7c42deb9-6a7f-49c1-bd12-bcc09b0d1268" providerId="ADAL" clId="{CAE6F4ED-B4AD-4EBB-ACF1-9B08D11F9080}" dt="2026-08-24T04:47:06.422" v="972" actId="20577"/>
          <ac:spMkLst>
            <pc:docMk/>
            <pc:sldMk cId="0" sldId="264"/>
            <ac:spMk id="2" creationId="{00000000-0000-0000-0000-000000000000}"/>
          </ac:spMkLst>
        </pc:spChg>
        <pc:spChg chg="mod">
          <ac:chgData name="심규상" userId="7c42deb9-6a7f-49c1-bd12-bcc09b0d1268" providerId="ADAL" clId="{CAE6F4ED-B4AD-4EBB-ACF1-9B08D11F9080}" dt="2026-08-24T04:03:18.933" v="815" actId="20577"/>
          <ac:spMkLst>
            <pc:docMk/>
            <pc:sldMk cId="0" sldId="264"/>
            <ac:spMk id="5" creationId="{00000000-0000-0000-0000-000000000000}"/>
          </ac:spMkLst>
        </pc:spChg>
      </pc:sldChg>
      <pc:sldChg chg="modSp del mod ord">
        <pc:chgData name="심규상" userId="7c42deb9-6a7f-49c1-bd12-bcc09b0d1268" providerId="ADAL" clId="{CAE6F4ED-B4AD-4EBB-ACF1-9B08D11F9080}" dt="2026-08-24T04:31:03.744" v="890" actId="20577"/>
        <pc:sldMkLst>
          <pc:docMk/>
          <pc:sldMk cId="0" sldId="268"/>
        </pc:sldMkLst>
        <pc:spChg chg="mod">
          <ac:chgData name="심규상" userId="7c42deb9-6a7f-49c1-bd12-bcc09b0d1268" providerId="ADAL" clId="{CAE6F4ED-B4AD-4EBB-ACF1-9B08D11F9080}" dt="2026-08-24T04:31:03.744" v="890" actId="20577"/>
          <ac:spMkLst>
            <pc:docMk/>
            <pc:sldMk cId="0" sldId="268"/>
            <ac:spMk id="2" creationId="{00000000-0000-0000-0000-000000000000}"/>
          </ac:spMkLst>
        </pc:spChg>
        <pc:spChg chg="mod">
          <ac:chgData name="심규상" userId="7c42deb9-6a7f-49c1-bd12-bcc09b0d1268" providerId="ADAL" clId="{CAE6F4ED-B4AD-4EBB-ACF1-9B08D11F9080}" dt="2026-08-14T03:46:05.780" v="476" actId="20577"/>
          <ac:spMkLst>
            <pc:docMk/>
            <pc:sldMk cId="0" sldId="268"/>
            <ac:spMk id="3" creationId="{00000000-0000-0000-0000-000000000000}"/>
          </ac:spMkLst>
        </pc:spChg>
        <pc:spChg chg="mod">
          <ac:chgData name="심규상" userId="7c42deb9-6a7f-49c1-bd12-bcc09b0d1268" providerId="ADAL" clId="{CAE6F4ED-B4AD-4EBB-ACF1-9B08D11F9080}" dt="2026-08-24T04:16:54.177" v="856" actId="20577"/>
          <ac:spMkLst>
            <pc:docMk/>
            <pc:sldMk cId="0" sldId="268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Noto Sans KR" panose="020B0200000000000000" pitchFamily="50" charset="-127"/>
              </a:defRPr>
            </a:lvl1pPr>
          </a:lstStyle>
          <a:p>
            <a:fld id="{5D61D4D0-327B-4818-91D3-779443DEAB67}" type="datetimeFigureOut">
              <a:rPr lang="ko-KR" altLang="en-US" smtClean="0"/>
              <a:pPr/>
              <a:t>2026-09-07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Noto Sans KR" panose="020B0200000000000000" pitchFamily="50" charset="-127"/>
              </a:defRPr>
            </a:lvl1pPr>
          </a:lstStyle>
          <a:p>
            <a:fld id="{760E060C-6015-46ED-99FF-799FFDC6ABB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2845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Noto Sans KR" panose="020B0200000000000000" pitchFamily="50" charset="-127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2735627" y="1494308"/>
            <a:ext cx="8846773" cy="1468800"/>
          </a:xfrm>
          <a:prstGeom prst="rect">
            <a:avLst/>
          </a:prstGeom>
          <a:ln w="12700">
            <a:solidFill>
              <a:srgbClr val="7C001A"/>
            </a:solidFill>
          </a:ln>
        </p:spPr>
        <p:txBody>
          <a:bodyPr anchor="ctr" anchorCtr="0"/>
          <a:lstStyle>
            <a:lvl1pPr>
              <a:defRPr b="1" i="0" baseline="0">
                <a:solidFill>
                  <a:schemeClr val="tx1"/>
                </a:solidFill>
                <a:latin typeface="Roboto" panose="02000000000000000000" pitchFamily="2" charset="0"/>
                <a:ea typeface="HY견고딕" panose="02030600000101010101" pitchFamily="18" charset="-127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noProof="0" dirty="0"/>
              <a:t> Click here to Enter Presentation Name</a:t>
            </a:r>
          </a:p>
        </p:txBody>
      </p:sp>
      <p:cxnSp>
        <p:nvCxnSpPr>
          <p:cNvPr id="5" name="직선 연결선 4"/>
          <p:cNvCxnSpPr/>
          <p:nvPr/>
        </p:nvCxnSpPr>
        <p:spPr bwMode="auto">
          <a:xfrm>
            <a:off x="2789293" y="5410200"/>
            <a:ext cx="87931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951B3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027" name="Picture 3" descr="C:\Users\Jongsoo\Desktop\그림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443" y="-4860"/>
            <a:ext cx="1974851" cy="297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:\Users\Jongsoo\Downloads\logo&amp;ui(3)\emblem_03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" y="0"/>
            <a:ext cx="1976493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직선 연결선 4"/>
          <p:cNvCxnSpPr/>
          <p:nvPr/>
        </p:nvCxnSpPr>
        <p:spPr bwMode="auto">
          <a:xfrm>
            <a:off x="2789293" y="5410200"/>
            <a:ext cx="87931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951B3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2800480" y="4556234"/>
            <a:ext cx="8781920" cy="81132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1" baseline="0">
                <a:solidFill>
                  <a:schemeClr val="tx1"/>
                </a:solidFill>
                <a:latin typeface="+mj-lt"/>
                <a:ea typeface="HY견고딕" panose="02030600000101010101" pitchFamily="18" charset="-127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here to enter author or presenter’s name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2800351" y="3013745"/>
            <a:ext cx="8782049" cy="56765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i="1" baseline="0">
                <a:latin typeface="Roboto" panose="02000000000000000000" pitchFamily="2" charset="0"/>
                <a:ea typeface="HY견고딕" panose="02030600000101010101" pitchFamily="18" charset="-127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here to describe paper information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 baseline="0">
                <a:latin typeface="Roboto" panose="02000000000000000000" pitchFamily="2" charset="0"/>
                <a:ea typeface="HY견고딕" panose="02030600000101010101" pitchFamily="18" charset="-127"/>
              </a:defRPr>
            </a:lvl1pPr>
          </a:lstStyle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 b="1" baseline="0">
                <a:solidFill>
                  <a:srgbClr val="595959"/>
                </a:solidFill>
                <a:latin typeface="+mj-lt"/>
                <a:ea typeface="HY견고딕" panose="02030600000101010101" pitchFamily="18" charset="-127"/>
              </a:defRPr>
            </a:lvl1pPr>
          </a:lstStyle>
          <a:p>
            <a:endParaRPr lang="en-US" altLang="ko-K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aseline="0">
                <a:latin typeface="Roboto" panose="02000000000000000000" pitchFamily="2" charset="0"/>
                <a:ea typeface="HY견고딕" panose="02030600000101010101" pitchFamily="18" charset="-127"/>
              </a:defRPr>
            </a:lvl1pPr>
          </a:lstStyle>
          <a:p>
            <a:fld id="{4EED1F5F-4CD8-441B-AD26-7696CA6A430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2" descr="C:\Users\Jongsoo\Downloads\logo&amp;ui(3)\emblem_03.gi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" y="0"/>
            <a:ext cx="1976493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직선 연결선 4"/>
          <p:cNvCxnSpPr/>
          <p:nvPr userDrawn="1"/>
        </p:nvCxnSpPr>
        <p:spPr bwMode="auto">
          <a:xfrm>
            <a:off x="2789293" y="5410200"/>
            <a:ext cx="87931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951B3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TextBox 1"/>
          <p:cNvSpPr txBox="1"/>
          <p:nvPr userDrawn="1"/>
        </p:nvSpPr>
        <p:spPr>
          <a:xfrm>
            <a:off x="619843" y="3242935"/>
            <a:ext cx="23624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ea typeface="Noto Sans KR" panose="020B0200000000000000" pitchFamily="50" charset="-127"/>
              </a:rPr>
              <a:t>https://nmlab.korea.ac.kr</a:t>
            </a: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99" y="3013744"/>
            <a:ext cx="1976495" cy="255162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2863852" y="5367556"/>
            <a:ext cx="8782049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r"/>
            <a:r>
              <a:rPr lang="en-US" altLang="ko-KR" sz="1400" b="1" i="1" noProof="0" dirty="0">
                <a:solidFill>
                  <a:srgbClr val="595959"/>
                </a:solidFill>
                <a:ea typeface="Noto Sans KR" panose="020B0200000000000000" pitchFamily="50" charset="-127"/>
              </a:rPr>
              <a:t>Network Management Lab.,</a:t>
            </a:r>
          </a:p>
          <a:p>
            <a:pPr lvl="0" algn="r"/>
            <a:r>
              <a:rPr lang="en-US" altLang="ko-KR" sz="1400" b="1" i="1" noProof="0" dirty="0">
                <a:solidFill>
                  <a:srgbClr val="595959"/>
                </a:solidFill>
                <a:ea typeface="Noto Sans KR" panose="020B0200000000000000" pitchFamily="50" charset="-127"/>
              </a:rPr>
              <a:t>Dept., of Computer and Information Science</a:t>
            </a:r>
          </a:p>
          <a:p>
            <a:pPr lvl="0" algn="r"/>
            <a:r>
              <a:rPr lang="en-US" altLang="ko-KR" sz="1400" b="1" i="1" noProof="0" dirty="0">
                <a:solidFill>
                  <a:srgbClr val="595959"/>
                </a:solidFill>
                <a:ea typeface="Noto Sans KR" panose="020B0200000000000000" pitchFamily="50" charset="-127"/>
              </a:rPr>
              <a:t>Korea University, Korea</a:t>
            </a:r>
            <a:endParaRPr lang="ko-KR" altLang="en-US" sz="1400" b="1" i="1" dirty="0">
              <a:solidFill>
                <a:srgbClr val="595959"/>
              </a:solidFill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134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push/>
      </p:transition>
    </mc:Choice>
    <mc:Fallback xmlns="">
      <p:transition>
        <p:push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1133" y="401638"/>
            <a:ext cx="10981267" cy="501650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latin typeface="+mn-lt"/>
                <a:ea typeface="HY견고딕" panose="02030600000101010101" pitchFamily="18" charset="-127"/>
                <a:cs typeface="Arial" panose="020B0604020202020204" pitchFamily="34" charset="0"/>
              </a:defRPr>
            </a:lvl1pPr>
          </a:lstStyle>
          <a:p>
            <a:r>
              <a:rPr lang="en-US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1133" y="925512"/>
            <a:ext cx="10972800" cy="5634051"/>
          </a:xfrm>
          <a:prstGeom prst="rect">
            <a:avLst/>
          </a:prstGeom>
        </p:spPr>
        <p:txBody>
          <a:bodyPr/>
          <a:lstStyle>
            <a:lvl1pPr marL="365760" indent="-365760">
              <a:lnSpc>
                <a:spcPct val="100000"/>
              </a:lnSpc>
              <a:buClr>
                <a:srgbClr val="951B39"/>
              </a:buClr>
              <a:buFont typeface="Wingdings" panose="05000000000000000000" pitchFamily="2" charset="2"/>
              <a:buChar char="q"/>
              <a:defRPr sz="2000" b="1" baseline="0">
                <a:solidFill>
                  <a:srgbClr val="951B39"/>
                </a:solidFill>
                <a:latin typeface="+mn-lt"/>
                <a:ea typeface="HY견고딕" panose="02030600000101010101" pitchFamily="18" charset="-127"/>
                <a:cs typeface="Arial" panose="020B0604020202020204" pitchFamily="34" charset="0"/>
              </a:defRPr>
            </a:lvl1pPr>
            <a:lvl2pPr marL="742950" indent="-247650">
              <a:lnSpc>
                <a:spcPct val="100000"/>
              </a:lnSpc>
              <a:buFont typeface="Wingdings" panose="05000000000000000000" pitchFamily="2" charset="2"/>
              <a:buChar char="§"/>
              <a:defRPr sz="1800" baseline="0">
                <a:solidFill>
                  <a:srgbClr val="4D4D4D"/>
                </a:solidFill>
                <a:latin typeface="+mn-lt"/>
                <a:ea typeface="HY견고딕" panose="02030600000101010101" pitchFamily="18" charset="-127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600" baseline="0">
                <a:solidFill>
                  <a:srgbClr val="4D4D4D"/>
                </a:solidFill>
                <a:latin typeface="+mn-lt"/>
                <a:ea typeface="HY견고딕" panose="02030600000101010101" pitchFamily="18" charset="-127"/>
                <a:cs typeface="Arial" panose="020B0604020202020204" pitchFamily="34" charset="0"/>
              </a:defRPr>
            </a:lvl3pPr>
            <a:lvl4pPr marL="1422400" indent="-168275">
              <a:lnSpc>
                <a:spcPct val="100000"/>
              </a:lnSpc>
              <a:buFont typeface="Arial" panose="020B0604020202020204" pitchFamily="34" charset="0"/>
              <a:buChar char="−"/>
              <a:defRPr sz="1400" baseline="0">
                <a:solidFill>
                  <a:srgbClr val="4D4D4D"/>
                </a:solidFill>
                <a:latin typeface="+mn-lt"/>
                <a:ea typeface="HY견고딕" panose="02030600000101010101" pitchFamily="18" charset="-127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200" baseline="0">
                <a:solidFill>
                  <a:schemeClr val="bg1">
                    <a:lumMod val="50000"/>
                  </a:schemeClr>
                </a:solidFill>
                <a:latin typeface="+mn-lt"/>
                <a:ea typeface="HY견고딕" panose="02030600000101010101" pitchFamily="18" charset="-127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 bwMode="auto">
          <a:xfrm>
            <a:off x="609600" y="914400"/>
            <a:ext cx="109728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7C001A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" name="직선 연결선 4"/>
          <p:cNvCxnSpPr/>
          <p:nvPr/>
        </p:nvCxnSpPr>
        <p:spPr bwMode="auto">
          <a:xfrm>
            <a:off x="609600" y="914400"/>
            <a:ext cx="109728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7C001A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Roboto" panose="02000000000000000000" pitchFamily="2" charset="0"/>
                <a:ea typeface="HY견고딕" panose="02030600000101010101" pitchFamily="18" charset="-127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Roboto" panose="02000000000000000000" pitchFamily="2" charset="0"/>
                <a:ea typeface="HY견고딕" panose="02030600000101010101" pitchFamily="18" charset="-127"/>
              </a:defRPr>
            </a:lvl1pPr>
          </a:lstStyle>
          <a:p>
            <a:fld id="{4EED1F5F-4CD8-441B-AD26-7696CA6A430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직선 연결선 4"/>
          <p:cNvCxnSpPr/>
          <p:nvPr userDrawn="1"/>
        </p:nvCxnSpPr>
        <p:spPr bwMode="auto">
          <a:xfrm>
            <a:off x="609600" y="914400"/>
            <a:ext cx="109728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7C001A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5752" y="571484"/>
            <a:ext cx="1166648" cy="319619"/>
          </a:xfrm>
          <a:prstGeom prst="rect">
            <a:avLst/>
          </a:prstGeom>
        </p:spPr>
      </p:pic>
      <p:sp>
        <p:nvSpPr>
          <p:cNvPr id="12" name="Footer Placeholder 7"/>
          <p:cNvSpPr>
            <a:spLocks noGrp="1"/>
          </p:cNvSpPr>
          <p:nvPr>
            <p:ph type="ftr" sz="quarter" idx="14"/>
          </p:nvPr>
        </p:nvSpPr>
        <p:spPr>
          <a:xfrm>
            <a:off x="2889541" y="6570677"/>
            <a:ext cx="6426200" cy="231644"/>
          </a:xfrm>
        </p:spPr>
        <p:txBody>
          <a:bodyPr/>
          <a:lstStyle>
            <a:lvl1pPr>
              <a:defRPr b="1" baseline="0">
                <a:solidFill>
                  <a:srgbClr val="595959"/>
                </a:solidFill>
                <a:latin typeface="+mj-lt"/>
                <a:ea typeface="HY견고딕" panose="02030600000101010101" pitchFamily="18" charset="-127"/>
              </a:defRPr>
            </a:lvl1pPr>
          </a:lstStyle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49683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push/>
      </p:transition>
    </mc:Choice>
    <mc:Fallback xmlns="">
      <p:transition>
        <p:push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601133" y="401638"/>
            <a:ext cx="10981267" cy="501650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latin typeface="+mj-lt"/>
                <a:ea typeface="HY견고딕" panose="02030600000101010101" pitchFamily="18" charset="-127"/>
                <a:cs typeface="Arial" panose="020B0604020202020204" pitchFamily="34" charset="0"/>
              </a:defRPr>
            </a:lvl1pPr>
          </a:lstStyle>
          <a:p>
            <a:r>
              <a:rPr lang="en-US" altLang="ko-KR"/>
              <a:t>Click to edit Master title style</a:t>
            </a:r>
            <a:endParaRPr lang="ko-KR" altLang="en-US" dirty="0"/>
          </a:p>
        </p:txBody>
      </p:sp>
      <p:cxnSp>
        <p:nvCxnSpPr>
          <p:cNvPr id="7" name="직선 연결선 4"/>
          <p:cNvCxnSpPr/>
          <p:nvPr userDrawn="1"/>
        </p:nvCxnSpPr>
        <p:spPr bwMode="auto">
          <a:xfrm>
            <a:off x="609600" y="914400"/>
            <a:ext cx="109728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7C001A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직선 연결선 4"/>
          <p:cNvCxnSpPr/>
          <p:nvPr userDrawn="1"/>
        </p:nvCxnSpPr>
        <p:spPr bwMode="auto">
          <a:xfrm>
            <a:off x="609600" y="914400"/>
            <a:ext cx="109728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7C001A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Date Placeholder 7"/>
          <p:cNvSpPr>
            <a:spLocks noGrp="1"/>
          </p:cNvSpPr>
          <p:nvPr>
            <p:ph type="dt" sz="half" idx="10"/>
          </p:nvPr>
        </p:nvSpPr>
        <p:spPr>
          <a:xfrm>
            <a:off x="203200" y="6570677"/>
            <a:ext cx="1397000" cy="231644"/>
          </a:xfrm>
        </p:spPr>
        <p:txBody>
          <a:bodyPr/>
          <a:lstStyle>
            <a:lvl1pPr>
              <a:defRPr baseline="0">
                <a:latin typeface="Roboto" panose="02000000000000000000" pitchFamily="2" charset="0"/>
                <a:ea typeface="HY견고딕" panose="02030600000101010101" pitchFamily="18" charset="-127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11303000" y="6570677"/>
            <a:ext cx="685800" cy="231644"/>
          </a:xfrm>
        </p:spPr>
        <p:txBody>
          <a:bodyPr/>
          <a:lstStyle>
            <a:lvl1pPr>
              <a:defRPr baseline="0">
                <a:latin typeface="Roboto" panose="02000000000000000000" pitchFamily="2" charset="0"/>
                <a:ea typeface="HY견고딕" panose="02030600000101010101" pitchFamily="18" charset="-127"/>
              </a:defRPr>
            </a:lvl1pPr>
          </a:lstStyle>
          <a:p>
            <a:fld id="{4EED1F5F-4CD8-441B-AD26-7696CA6A430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직선 연결선 4"/>
          <p:cNvCxnSpPr/>
          <p:nvPr userDrawn="1"/>
        </p:nvCxnSpPr>
        <p:spPr bwMode="auto">
          <a:xfrm>
            <a:off x="609600" y="914400"/>
            <a:ext cx="109728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7C001A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5752" y="571484"/>
            <a:ext cx="1166648" cy="319619"/>
          </a:xfrm>
          <a:prstGeom prst="rect">
            <a:avLst/>
          </a:prstGeom>
        </p:spPr>
      </p:pic>
      <p:sp>
        <p:nvSpPr>
          <p:cNvPr id="12" name="Footer Placeholder 7"/>
          <p:cNvSpPr>
            <a:spLocks noGrp="1"/>
          </p:cNvSpPr>
          <p:nvPr>
            <p:ph type="ftr" sz="quarter" idx="14"/>
          </p:nvPr>
        </p:nvSpPr>
        <p:spPr>
          <a:xfrm>
            <a:off x="2889541" y="6570677"/>
            <a:ext cx="6426200" cy="231644"/>
          </a:xfrm>
        </p:spPr>
        <p:txBody>
          <a:bodyPr/>
          <a:lstStyle>
            <a:lvl1pPr>
              <a:defRPr b="1" baseline="0">
                <a:solidFill>
                  <a:srgbClr val="595959"/>
                </a:solidFill>
                <a:latin typeface="+mj-lt"/>
                <a:ea typeface="HY견고딕" panose="02030600000101010101" pitchFamily="18" charset="-127"/>
              </a:defRPr>
            </a:lvl1pPr>
          </a:lstStyle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09967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push/>
      </p:transition>
    </mc:Choice>
    <mc:Fallback xmlns="">
      <p:transition>
        <p:push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ea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2819400"/>
            <a:ext cx="10363200" cy="1362075"/>
          </a:xfrm>
          <a:prstGeom prst="rect">
            <a:avLst/>
          </a:prstGeom>
        </p:spPr>
        <p:txBody>
          <a:bodyPr anchor="b" anchorCtr="0"/>
          <a:lstStyle>
            <a:lvl1pPr algn="l">
              <a:defRPr sz="2800" b="1" cap="all" baseline="0">
                <a:latin typeface="+mj-lt"/>
                <a:ea typeface="HY견고딕" panose="02030600000101010101" pitchFamily="18" charset="-127"/>
                <a:cs typeface="Arial" panose="020B0604020202020204" pitchFamily="34" charset="0"/>
              </a:defRPr>
            </a:lvl1pPr>
          </a:lstStyle>
          <a:p>
            <a:r>
              <a:rPr lang="en-US" altLang="ko-KR"/>
              <a:t>Click to edit Master title style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4291014"/>
            <a:ext cx="10363200" cy="150018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1800" baseline="0">
                <a:latin typeface="+mn-lt"/>
                <a:ea typeface="HY견고딕" panose="02030600000101010101" pitchFamily="18" charset="-127"/>
                <a:cs typeface="Arial" panose="020B060402020202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cxnSp>
        <p:nvCxnSpPr>
          <p:cNvPr id="5" name="직선 연결선 4"/>
          <p:cNvCxnSpPr/>
          <p:nvPr/>
        </p:nvCxnSpPr>
        <p:spPr bwMode="auto">
          <a:xfrm>
            <a:off x="956813" y="4231688"/>
            <a:ext cx="10320787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951B3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" name="직선 연결선 4"/>
          <p:cNvCxnSpPr/>
          <p:nvPr/>
        </p:nvCxnSpPr>
        <p:spPr bwMode="auto">
          <a:xfrm>
            <a:off x="956813" y="4231688"/>
            <a:ext cx="10320787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951B3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Roboto" panose="02000000000000000000" pitchFamily="2" charset="0"/>
                <a:ea typeface="HY견고딕" panose="02030600000101010101" pitchFamily="18" charset="-127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Roboto" panose="02000000000000000000" pitchFamily="2" charset="0"/>
                <a:ea typeface="HY견고딕" panose="02030600000101010101" pitchFamily="18" charset="-127"/>
              </a:defRPr>
            </a:lvl1pPr>
          </a:lstStyle>
          <a:p>
            <a:fld id="{4EED1F5F-4CD8-441B-AD26-7696CA6A430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직선 연결선 4"/>
          <p:cNvCxnSpPr/>
          <p:nvPr userDrawn="1"/>
        </p:nvCxnSpPr>
        <p:spPr bwMode="auto">
          <a:xfrm>
            <a:off x="956813" y="4231688"/>
            <a:ext cx="10320787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951B3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Footer Placeholder 7"/>
          <p:cNvSpPr>
            <a:spLocks noGrp="1"/>
          </p:cNvSpPr>
          <p:nvPr>
            <p:ph type="ftr" sz="quarter" idx="14"/>
          </p:nvPr>
        </p:nvSpPr>
        <p:spPr>
          <a:xfrm>
            <a:off x="2889541" y="6570677"/>
            <a:ext cx="6426200" cy="231644"/>
          </a:xfrm>
        </p:spPr>
        <p:txBody>
          <a:bodyPr/>
          <a:lstStyle>
            <a:lvl1pPr>
              <a:defRPr b="1" baseline="0">
                <a:solidFill>
                  <a:srgbClr val="595959"/>
                </a:solidFill>
                <a:latin typeface="+mj-lt"/>
                <a:ea typeface="HY견고딕" panose="02030600000101010101" pitchFamily="18" charset="-127"/>
              </a:defRPr>
            </a:lvl1pPr>
          </a:lstStyle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88885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push/>
      </p:transition>
    </mc:Choice>
    <mc:Fallback xmlns="">
      <p:transition>
        <p:push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E59B54-3D99-4AA5-A437-2608DE7E9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58973"/>
            <a:ext cx="9144000" cy="2197486"/>
          </a:xfrm>
        </p:spPr>
        <p:txBody>
          <a:bodyPr anchor="b">
            <a:normAutofit/>
          </a:bodyPr>
          <a:lstStyle>
            <a:lvl1pPr algn="ctr">
              <a:defRPr lang="ko-KR" altLang="en-US" sz="2800" b="1" i="0" baseline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B4A7191-39C9-44C8-82E8-5486E8D282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85652"/>
            <a:ext cx="9144000" cy="756154"/>
          </a:xfrm>
        </p:spPr>
        <p:txBody>
          <a:bodyPr>
            <a:normAutofit/>
          </a:bodyPr>
          <a:lstStyle>
            <a:lvl1pPr marL="0" indent="0" algn="ctr">
              <a:buNone/>
              <a:defRPr lang="ko-KR" altLang="en-US" sz="2000" i="0" baseline="0" dirty="0">
                <a:solidFill>
                  <a:srgbClr val="4D4D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BB7F8AB-309B-47D6-A462-49E437A98001}"/>
              </a:ext>
            </a:extLst>
          </p:cNvPr>
          <p:cNvCxnSpPr>
            <a:cxnSpLocks/>
          </p:cNvCxnSpPr>
          <p:nvPr userDrawn="1"/>
        </p:nvCxnSpPr>
        <p:spPr>
          <a:xfrm>
            <a:off x="1524000" y="4094206"/>
            <a:ext cx="9144000" cy="0"/>
          </a:xfrm>
          <a:prstGeom prst="line">
            <a:avLst/>
          </a:prstGeom>
          <a:ln w="38100">
            <a:solidFill>
              <a:srgbClr val="056A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1364FC36-B7FD-4EC6-B825-AA109186CA7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23999" y="4357816"/>
            <a:ext cx="9143999" cy="1606378"/>
          </a:xfrm>
        </p:spPr>
        <p:txBody>
          <a:bodyPr>
            <a:normAutofit/>
          </a:bodyPr>
          <a:lstStyle>
            <a:lvl1pPr marL="0" indent="0" algn="r">
              <a:buNone/>
              <a:defRPr lang="ko-KR" altLang="en-US" sz="1800" b="1" baseline="0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defRPr>
            </a:lvl1pPr>
          </a:lstStyle>
          <a:p>
            <a:pPr lvl="0"/>
            <a:r>
              <a:rPr lang="ko-KR" altLang="en-US" dirty="0"/>
              <a:t>고려대학교 세종캠퍼스</a:t>
            </a:r>
            <a:endParaRPr lang="en-US" altLang="ko-KR" dirty="0"/>
          </a:p>
          <a:p>
            <a:pPr lvl="0"/>
            <a:r>
              <a:rPr lang="ko-KR" altLang="en-US" dirty="0"/>
              <a:t>네트워크 관리 연구실</a:t>
            </a:r>
            <a:endParaRPr lang="en-US" altLang="ko-KR" dirty="0"/>
          </a:p>
          <a:p>
            <a:pPr lvl="0"/>
            <a:r>
              <a:rPr lang="ko-KR" altLang="en-US" dirty="0"/>
              <a:t>유경민</a:t>
            </a:r>
            <a:endParaRPr lang="en-US" altLang="ko-KR" dirty="0"/>
          </a:p>
          <a:p>
            <a:pPr lvl="0"/>
            <a:r>
              <a:rPr lang="en-US" altLang="ko-KR" dirty="0"/>
              <a:t>rudals2710@korea.ac.kr</a:t>
            </a:r>
            <a:endParaRPr lang="ko-KR" alt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A5DC049A-FCAF-8E3F-A2F2-4C81973234E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9" y="6216485"/>
            <a:ext cx="2823364" cy="470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1229B8D-A5C6-193F-02B4-AFE9534C02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71"/>
          <a:stretch/>
        </p:blipFill>
        <p:spPr>
          <a:xfrm>
            <a:off x="9174450" y="6165804"/>
            <a:ext cx="1493548" cy="57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37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ABDE61-1A34-4279-8937-326F58408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977" y="369169"/>
            <a:ext cx="10584000" cy="508086"/>
          </a:xfrm>
        </p:spPr>
        <p:txBody>
          <a:bodyPr>
            <a:normAutofit/>
          </a:bodyPr>
          <a:lstStyle>
            <a:lvl1pPr>
              <a:defRPr lang="ko-KR" altLang="en-US" sz="2400" b="1" baseline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8E3091-7188-462F-9934-13F7BF55C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9156"/>
            <a:ext cx="10584000" cy="5255739"/>
          </a:xfrm>
        </p:spPr>
        <p:txBody>
          <a:bodyPr>
            <a:normAutofit/>
          </a:bodyPr>
          <a:lstStyle>
            <a:lvl1pPr marL="228600" indent="-288000">
              <a:lnSpc>
                <a:spcPct val="150000"/>
              </a:lnSpc>
              <a:buFontTx/>
              <a:buBlip>
                <a:blip r:embed="rId2"/>
              </a:buBlip>
              <a:defRPr sz="2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 marL="685800" indent="-228600">
              <a:lnSpc>
                <a:spcPct val="150000"/>
              </a:lnSpc>
              <a:buFontTx/>
              <a:buBlip>
                <a:blip r:embed="rId3"/>
              </a:buBlip>
              <a:defRPr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2pPr>
            <a:lvl3pPr marL="990600" indent="-228600">
              <a:buFontTx/>
              <a:buBlip>
                <a:blip r:embed="rId4"/>
              </a:buBlip>
              <a:defRPr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3pPr>
            <a:lvl4pPr marL="1347788" indent="-239713">
              <a:buFontTx/>
              <a:buBlip>
                <a:blip r:embed="rId5"/>
              </a:buBlip>
              <a:tabLst>
                <a:tab pos="1527175" algn="l"/>
              </a:tabLst>
              <a:defRPr lang="en-US" altLang="ko-KR" sz="1400" kern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  <a:endParaRPr lang="en-US" altLang="ko-KR" dirty="0"/>
          </a:p>
          <a:p>
            <a:pPr lvl="3"/>
            <a:r>
              <a:rPr lang="ko-KR" altLang="en-US" dirty="0"/>
              <a:t>네 번째 수준</a:t>
            </a:r>
            <a:endParaRPr lang="en-US" altLang="ko-KR" dirty="0"/>
          </a:p>
          <a:p>
            <a:pPr lvl="2"/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42F990D-7A19-4BDF-A187-3D16DDB04FBE}"/>
              </a:ext>
            </a:extLst>
          </p:cNvPr>
          <p:cNvCxnSpPr>
            <a:cxnSpLocks/>
          </p:cNvCxnSpPr>
          <p:nvPr userDrawn="1"/>
        </p:nvCxnSpPr>
        <p:spPr>
          <a:xfrm flipV="1">
            <a:off x="838200" y="342611"/>
            <a:ext cx="0" cy="534644"/>
          </a:xfrm>
          <a:prstGeom prst="line">
            <a:avLst/>
          </a:prstGeom>
          <a:ln w="95250">
            <a:solidFill>
              <a:srgbClr val="056A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BECFFB2B-F44D-43C8-AF85-49F228891FC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503767"/>
            <a:ext cx="1488218" cy="24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FD30089-E6CD-43E0-D90C-7A20CE7ACD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71"/>
          <a:stretch/>
        </p:blipFill>
        <p:spPr>
          <a:xfrm>
            <a:off x="10496032" y="6450457"/>
            <a:ext cx="926168" cy="35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900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ABDE61-1A34-4279-8937-326F58408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2448"/>
            <a:ext cx="10584000" cy="508086"/>
          </a:xfrm>
        </p:spPr>
        <p:txBody>
          <a:bodyPr>
            <a:normAutofit/>
          </a:bodyPr>
          <a:lstStyle>
            <a:lvl1pPr>
              <a:defRPr lang="ko-KR" altLang="en-US" sz="2400" b="1" baseline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8E3091-7188-462F-9934-13F7BF55C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9156"/>
            <a:ext cx="10584000" cy="5255739"/>
          </a:xfrm>
        </p:spPr>
        <p:txBody>
          <a:bodyPr>
            <a:normAutofit/>
          </a:bodyPr>
          <a:lstStyle>
            <a:lvl1pPr marL="342900" indent="-342900">
              <a:lnSpc>
                <a:spcPct val="150000"/>
              </a:lnSpc>
              <a:buFontTx/>
              <a:buBlip>
                <a:blip r:embed="rId2"/>
              </a:buBlip>
              <a:defRPr sz="2000" b="1">
                <a:solidFill>
                  <a:srgbClr val="056AE8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 marL="685800" indent="-228600">
              <a:lnSpc>
                <a:spcPct val="150000"/>
              </a:lnSpc>
              <a:buFontTx/>
              <a:buBlip>
                <a:blip r:embed="rId3"/>
              </a:buBlip>
              <a:defRPr sz="18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2pPr>
            <a:lvl3pPr marL="990600" indent="-228600">
              <a:buFontTx/>
              <a:buBlip>
                <a:blip r:embed="rId4"/>
              </a:buBlip>
              <a:defRPr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3pPr>
            <a:lvl4pPr marL="1347788" indent="-239713">
              <a:buFontTx/>
              <a:buBlip>
                <a:blip r:embed="rId5"/>
              </a:buBlip>
              <a:tabLst>
                <a:tab pos="1527175" algn="l"/>
              </a:tabLst>
              <a:defRPr lang="en-US" altLang="ko-KR" sz="1400" kern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  <a:endParaRPr lang="en-US" altLang="ko-KR" dirty="0"/>
          </a:p>
          <a:p>
            <a:pPr lvl="3"/>
            <a:r>
              <a:rPr lang="ko-KR" altLang="en-US" dirty="0"/>
              <a:t>네 번째 수준</a:t>
            </a:r>
            <a:endParaRPr lang="en-US" altLang="ko-KR" dirty="0"/>
          </a:p>
          <a:p>
            <a:pPr lvl="2"/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42F990D-7A19-4BDF-A187-3D16DDB04FBE}"/>
              </a:ext>
            </a:extLst>
          </p:cNvPr>
          <p:cNvCxnSpPr>
            <a:cxnSpLocks/>
          </p:cNvCxnSpPr>
          <p:nvPr userDrawn="1"/>
        </p:nvCxnSpPr>
        <p:spPr>
          <a:xfrm flipV="1">
            <a:off x="801256" y="355890"/>
            <a:ext cx="0" cy="534644"/>
          </a:xfrm>
          <a:prstGeom prst="line">
            <a:avLst/>
          </a:prstGeom>
          <a:ln w="95250">
            <a:solidFill>
              <a:srgbClr val="056A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BECFFB2B-F44D-43C8-AF85-49F228891FC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503767"/>
            <a:ext cx="1488218" cy="24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FD30089-E6CD-43E0-D90C-7A20CE7ACD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71"/>
          <a:stretch/>
        </p:blipFill>
        <p:spPr>
          <a:xfrm>
            <a:off x="10496032" y="6450457"/>
            <a:ext cx="926168" cy="35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2327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BB7F8AB-309B-47D6-A462-49E437A98001}"/>
              </a:ext>
            </a:extLst>
          </p:cNvPr>
          <p:cNvCxnSpPr>
            <a:cxnSpLocks/>
          </p:cNvCxnSpPr>
          <p:nvPr userDrawn="1"/>
        </p:nvCxnSpPr>
        <p:spPr>
          <a:xfrm>
            <a:off x="722313" y="3913956"/>
            <a:ext cx="9144000" cy="0"/>
          </a:xfrm>
          <a:prstGeom prst="line">
            <a:avLst/>
          </a:prstGeom>
          <a:ln w="38100">
            <a:solidFill>
              <a:srgbClr val="056A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7F0035F-2E87-740A-9D37-D61F0458EBE9}"/>
              </a:ext>
            </a:extLst>
          </p:cNvPr>
          <p:cNvSpPr txBox="1"/>
          <p:nvPr userDrawn="1"/>
        </p:nvSpPr>
        <p:spPr>
          <a:xfrm>
            <a:off x="722313" y="3105834"/>
            <a:ext cx="4566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Q&amp;A</a:t>
            </a:r>
            <a:endParaRPr lang="ko-KR" altLang="en-US" sz="3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382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BB7F8AB-309B-47D6-A462-49E437A98001}"/>
              </a:ext>
            </a:extLst>
          </p:cNvPr>
          <p:cNvCxnSpPr>
            <a:cxnSpLocks/>
          </p:cNvCxnSpPr>
          <p:nvPr userDrawn="1"/>
        </p:nvCxnSpPr>
        <p:spPr>
          <a:xfrm>
            <a:off x="722313" y="3913956"/>
            <a:ext cx="9144000" cy="0"/>
          </a:xfrm>
          <a:prstGeom prst="line">
            <a:avLst/>
          </a:prstGeom>
          <a:ln w="38100">
            <a:solidFill>
              <a:srgbClr val="056A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7F0035F-2E87-740A-9D37-D61F0458EBE9}"/>
              </a:ext>
            </a:extLst>
          </p:cNvPr>
          <p:cNvSpPr txBox="1"/>
          <p:nvPr userDrawn="1"/>
        </p:nvSpPr>
        <p:spPr>
          <a:xfrm>
            <a:off x="722313" y="3105834"/>
            <a:ext cx="4566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감사합니다</a:t>
            </a:r>
            <a:r>
              <a:rPr lang="en-US" altLang="ko-KR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3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4186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BB7F8AB-309B-47D6-A462-49E437A98001}"/>
              </a:ext>
            </a:extLst>
          </p:cNvPr>
          <p:cNvCxnSpPr>
            <a:cxnSpLocks/>
          </p:cNvCxnSpPr>
          <p:nvPr userDrawn="1"/>
        </p:nvCxnSpPr>
        <p:spPr>
          <a:xfrm>
            <a:off x="722313" y="3913956"/>
            <a:ext cx="9144000" cy="0"/>
          </a:xfrm>
          <a:prstGeom prst="line">
            <a:avLst/>
          </a:prstGeom>
          <a:ln w="38100">
            <a:solidFill>
              <a:srgbClr val="056A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7F0035F-2E87-740A-9D37-D61F0458EBE9}"/>
              </a:ext>
            </a:extLst>
          </p:cNvPr>
          <p:cNvSpPr txBox="1"/>
          <p:nvPr userDrawn="1"/>
        </p:nvSpPr>
        <p:spPr>
          <a:xfrm>
            <a:off x="722313" y="3105834"/>
            <a:ext cx="4566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Thank you</a:t>
            </a:r>
            <a:r>
              <a:rPr lang="ko-KR" altLang="en-US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👍</a:t>
            </a:r>
          </a:p>
        </p:txBody>
      </p:sp>
    </p:spTree>
    <p:extLst>
      <p:ext uri="{BB962C8B-B14F-4D97-AF65-F5344CB8AC3E}">
        <p14:creationId xmlns:p14="http://schemas.microsoft.com/office/powerpoint/2010/main" val="1331980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>
          <a:xfrm>
            <a:off x="203200" y="6570677"/>
            <a:ext cx="1397000" cy="2316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HY견고딕" panose="02030600000101010101" pitchFamily="18" charset="-127"/>
              </a:defRPr>
            </a:lvl1pPr>
          </a:lstStyle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2889541" y="6570677"/>
            <a:ext cx="6426200" cy="2316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aseline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HY견고딕" panose="02030600000101010101" pitchFamily="18" charset="-127"/>
              </a:defRPr>
            </a:lvl1pPr>
          </a:lstStyle>
          <a:p>
            <a:endParaRPr lang="en-US" altLang="ko-K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11303000" y="6570677"/>
            <a:ext cx="685800" cy="2316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HY견고딕" panose="02030600000101010101" pitchFamily="18" charset="-127"/>
              </a:defRPr>
            </a:lvl1pPr>
          </a:lstStyle>
          <a:p>
            <a:fld id="{4EED1F5F-4CD8-441B-AD26-7696CA6A43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43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9" r:id="rId3"/>
    <p:sldLayoutId id="2147483678" r:id="rId4"/>
  </p:sldLayoutIdLst>
  <mc:AlternateContent xmlns:mc="http://schemas.openxmlformats.org/markup-compatibility/2006" xmlns:p14="http://schemas.microsoft.com/office/powerpoint/2010/main">
    <mc:Choice Requires="p14">
      <p:transition p14:dur="350">
        <p:push/>
      </p:transition>
    </mc:Choice>
    <mc:Fallback xmlns="">
      <p:transition>
        <p:push/>
      </p:transition>
    </mc:Fallback>
  </mc:AlternateConten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Arial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rgbClr val="4D4D4D"/>
          </a:solidFill>
          <a:latin typeface="+mn-lt"/>
          <a:ea typeface="+mn-ea"/>
          <a:cs typeface="+mn-cs"/>
        </a:defRPr>
      </a:lvl1pPr>
      <a:lvl2pPr marL="742950" indent="-2476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>
          <a:solidFill>
            <a:srgbClr val="4D4D4D"/>
          </a:solidFill>
          <a:latin typeface="+mn-lt"/>
        </a:defRPr>
      </a:lvl2pPr>
      <a:lvl3pPr marL="108585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rgbClr val="4D4D4D"/>
          </a:solidFill>
          <a:latin typeface="+mn-lt"/>
        </a:defRPr>
      </a:lvl3pPr>
      <a:lvl4pPr marL="1422400" indent="-1682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1400">
          <a:solidFill>
            <a:srgbClr val="4D4D4D"/>
          </a:solidFill>
          <a:latin typeface="+mn-lt"/>
        </a:defRPr>
      </a:lvl4pPr>
      <a:lvl5pPr marL="177800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1000">
          <a:solidFill>
            <a:srgbClr val="4D4D4D"/>
          </a:solidFill>
          <a:latin typeface="+mn-lt"/>
        </a:defRPr>
      </a:lvl5pPr>
      <a:lvl6pPr marL="223520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1000">
          <a:solidFill>
            <a:srgbClr val="4D4D4D"/>
          </a:solidFill>
          <a:latin typeface="+mn-lt"/>
        </a:defRPr>
      </a:lvl6pPr>
      <a:lvl7pPr marL="269240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1000">
          <a:solidFill>
            <a:srgbClr val="4D4D4D"/>
          </a:solidFill>
          <a:latin typeface="+mn-lt"/>
        </a:defRPr>
      </a:lvl7pPr>
      <a:lvl8pPr marL="314960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1000">
          <a:solidFill>
            <a:srgbClr val="4D4D4D"/>
          </a:solidFill>
          <a:latin typeface="+mn-lt"/>
        </a:defRPr>
      </a:lvl8pPr>
      <a:lvl9pPr marL="360680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1000">
          <a:solidFill>
            <a:srgbClr val="4D4D4D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3E0C55C-36F2-4F7B-A544-953E87E28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DC7B68-1D9C-41AC-8B28-A1D681CD5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0E4E8C-F7AA-4061-A796-B3F5B21232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FB95D4-4DAF-4C3E-A51B-A9008BA09E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E849F5-018E-461E-8A22-00C859E53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9DF33CAF-42AD-4023-A233-E8C66A7A99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2320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80" r:id="rId3"/>
    <p:sldLayoutId id="2147483660" r:id="rId4"/>
    <p:sldLayoutId id="2147483682" r:id="rId5"/>
    <p:sldLayoutId id="2147483681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암호화 트래픽 기반 LLM 추론 깊이 식별</a:t>
            </a:r>
          </a:p>
          <a:p>
            <a:r>
              <a:t>배경 · 관련연구 · 목적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암호화해도 '얼마나 깊이 생각하는지'는 샌다 — 새 side-channel 규명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고려대학교 세종캠퍼스 / 네트워크 관리 연구실 / 학부연구생 심규상 / cole0213@korea.ac.kr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761"/>
                </a:solidFill>
              </a:rPr>
              <a:t>1.  배경 ① — LLM의 진화     2.  배경 ② — 암호화 트래픽의 현실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761"/>
                </a:solidFill>
              </a:rPr>
              <a:t>3.  이런 트래픽의 특성       4.  기존 연구의 빈틈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761"/>
                </a:solidFill>
              </a:rPr>
              <a:t>5.  관련연구 비교           6.  아무도 다루지 않은 것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761"/>
                </a:solidFill>
              </a:rPr>
              <a:t>7.  문제가 될 수 있는 점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761"/>
                </a:solidFill>
              </a:rPr>
              <a:t>8.  연구 목적 · 세부 목표      ★ 왜 이 연구가 필요한가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761"/>
                </a:solidFill>
              </a:rPr>
              <a:t>9.  왜 지금인가 — 시의성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761"/>
                </a:solidFill>
              </a:rPr>
              <a:t>10. 왜 필요한가 — 이해관계자별 가치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761"/>
                </a:solidFill>
              </a:rPr>
              <a:t>11. 향후 연구로의 확장 — 활용 비전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761"/>
                </a:solidFill>
              </a:rPr>
              <a:t>12. 예비 근거 — 파일럿 결과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761"/>
                </a:solidFill>
              </a:rPr>
              <a:t>13. 연구 주제 · 식별 계층     14. 왜 '추론 깊이'인가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761"/>
                </a:solidFill>
              </a:rPr>
              <a:t>15. 연구 방법 · 설계         16. 기대 효과 · 의의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761"/>
                </a:solidFill>
              </a:rPr>
              <a:t>17. 향후 계획 · 로드맵(E1~E6)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761"/>
                </a:solidFill>
              </a:rPr>
              <a:t>18~19.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표기 규칙 — 무엇이 사실이고 무엇이 우리 주장인가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[확인된 사실] References의 1차 출처(arXiv 원문·공식 API 문서·USENIX/ACM)에서 확인한 내용.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[연구 프레이밍] 본 연구가 세운 가설·정의·설계. 외부 사실이 아니라 우리 주장 = 검증 대상.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[미확인] 출처를 끝까지 대조하지 못한 항목(사유 명시).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각 항목 앞 태그가 그 문장의 근거 수준을 표시한다.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배경 ① — LLM의 진화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[확인] 최근 LLM은 답변 전 내부 '사고 단계'를 거치는 추론형(reasoning) 모델로 확장.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OpenAI o1(2024) · Claude extended thinking · gpt-oss(Apache 2.0) · DeepSeek-R1(2501.12948).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[확인] 추론에 쓰는 계산량을 파라미터로 조절 가능: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OpenAI reasoning.effort = low/medium/high(+xhigh/max) — '얼마나 생각할지' 안내.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Anthropic extended thinking budget_tokens(최소 1,024) — 최신 모델선 deprecated, adaptive+effort로 이동.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gpt-oss reasoning effort low/medium/high — latency vs performance 트레이드오프.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[확인] test-time compute 최적 배분이 파라미터 확장보다 효율적 — Snell et al. 2024(2408.03314).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[프레이밍] 에이전트화(생각→도구호출→관찰 반복, 한 작업 수십~수백 요청)로 LLM 트래픽 급변 → 새 관측 대상.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배경 ② — 암호화 트래픽의 현실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[확인] 거의 모든 LLM 통신은 HTTPS/TLS 암호화 → 내용(payload)은 관측자에게 안 보임.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[확인] 그러나 TLS는 패킷 크기·방향·타이밍·개수 같은 트래픽 '모양(shape)'은 숨기지 못함.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TLS 1.3은 traffic analysis 보장을 안 줌 — record padding(부분적 완화)만 규정(RFC 8446 §5.4).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[미확인] 원문 §5.4 직접 대조는 안 함 — 종합 서베이 Electronics 13(20):4000(MDPI 2024)가 동일 취지.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[프레이밍] 이 '겉모습'만으로 암호문 안의 성격을 추론 = side-channel(부채널). 본 연구의 출발점.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이런 트래픽의 특성 — 무엇이 보이나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[확인] 노출: 패킷 크기·방향(상/하향)·타이밍·개수. 웹 핑거프린팅서 오래 확립(Wang 2014, Hayes 2016).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[확인] LLM 스트리밍(SSE)은 토큰 단위 하향 → 생성 타이밍이 출력 성격 누출(출력 토큰 수: Time Will Tell 2412.15431).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[확인] 추론형 모델은 답 전 내부 생각 — o-series는 reasoning token을 API로 노출 안 함(output 과금).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[프레이밍] → 클라이언트 관점서 답변 전 '침묵' 구간 발생(관측 가설). 반대로 Claude는 요약 thinking 스트리밍 → 흐름.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[프레이밍] 즉 '추론이 트래픽에 남기는 자국'의 형태가 provider별로 다름 → 이 축의 체계화가 핵심.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기존 연구의 빈틈 — 선행은 '내용 근처'까지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선행 LLM side-channel은 '내용 근처'까지 갔으나 '계산적 성격(얼마나 깊이 추론했나)'은 다루지 않음.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[확인] 전통 앱/서비스 핑거프린팅(어느 앱·서비스인가)은 성숙·포화 분야: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AppScanner(IEEE EuroS&amp;P 2016), ET-BERT(WWW 2022, 2202.06335), 강건화 Rosetta(USENIX Security 2023).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다음 장: LLM side-channel 선행 7편 — 각각 무엇을 누출하는지 비교.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기존 LLM side-channel — 무엇을 누출하나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Whisper Leak — 프롬프트 주제(topic) / 패킷 크기·타이밍 (Microsoft, 2511.03675, 2025)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What Was Your Prompt? — 응답 내용 복원(원격 키로깅) / token-length (USENIX Sec 2024, 2403.09751)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PromptEcho(From Length to Content) — merged token-length 응답 재구성 (USENIX Sec 2026) [미확인:PDF403]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Time Will Tell — 출력 토큰 수(→번역 언어·분류) / 생성 타이밍 (2412.15431)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LLMs Have Rhythm — 어떤 모델인지(핑거프린팅) / inter-token time (2502.20589)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When Speculation Spills Secrets — 쿼리 핑거프린팅·datastore / speculative decoding 토큰수 (2411.01076)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The Early Bird Catches the Leak — 시스템/타 사용자 프롬프트 / 캐시 타이밍(패킷 아님) (2409.20002)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빈틈 — 아무도 다루지 않은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[근거 기반 결론] 패킷 크기·타이밍만으로 reasoning 깊이(thinking-token 분량)를 분류·탐지한 직접적 선행연구는 확인된 범위서 발견되지 않음.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가장 근접한 것도 대상이 다름: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Time Will Tell=출력 토큰 수(추론량 아님) / LLMs Have Rhythm=모델 식별 / When Speculation=speculative decoding.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Stealing Reasoning Traces(2608.09867)는 reasoning을 다루나 네트워크 부채널 아닌 애플리케이션 레이어 공격.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[미확인] '부재 증명'이라 완전 단정 불가 — '최초'는 체계적 문헌조사 전까지 쓰지 않음.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신규성 = 'reasoning 깊이라는 분류 타깃이 새롭다'로, 인접 연구와의 차별점을 명확히 하여 주장.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문제가 될 수 있는 점 — 왜 위협인가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[확인] '암호화=안전'은 부분적으로 거짓 — 프롬프트 주제가 새는 것이 28개 LLM서 실증(Whisper Leak, AUPRC 종종 &gt;98%).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[확인] 응답 내용 상당 부분도 재구성 가능(What Was Your Prompt?: 27% 정확 재구성, 53% 주제 추론).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[프레이밍] 본 연구가 겨냥하는 '계산적 성격' 누출의 함의: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프라이버시: 도청자(ISP·회사망·공용WiFi·국가)가 내용 없이 '언제 무겁고 민감한 AI 작업 하는지' 파악 가능성.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리소스·비용 노출: 깊은 추론=비싼 연산 → 트래픽만으로 부하·지출 역추정 가능성.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남용·이상: 자율 에이전트의 비싼 추론 남발이 트래픽에 드러날 가능성(양날의 칼).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(프라이버시만 선행연구로 직접 뒷받침, 비용·남용은 본 연구가 검증할 가설.)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[확인] 완화책 존재하나 불완전 — padding·batching·injection이 '각각 효과 줄이나 완전 보호 못 함'(Whisper Leak).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연구 목적 · 세부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핵심 목적: 암호화된 LLM 트래픽에서 내용 복호화 없이 패킷 크기·타이밍만으로 '추론 깊이'가 누출됨을 규명하고, 그 누출이 언제 성립하는지(인프라 경계)를 밝힌다.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세부 목표 1 — 존재 규명: 같은 질문·길이 통제 하에서 low/high 추론이 트래픽에 구별되는가(길이 환원 반박).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세부 목표 2 — 경계 특성화: 스트리밍 가시성·인프라 속도(추론시간 vs 지터)에 따라 언제 새고 안 새는지 지도화.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세부 목표 3 — 조기성: 최초 N패킷/T초만으로 얼마나 일찍 판단 가능한지(운영 활용 전제).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세부 목표 4 — 일반화: 새 prompt·날짜·네트워크·모델서도 유지되는지(현실 배포 전제).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왜 지금인가 — 연구의 시의성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[확인] 추론형 모델은 2024년 이후 신문물 — o1·Claude extended thinking·gpt-oss·DeepSeek-R1. '추론량 조절'은 예전 LLM엔 없던 완전히 새로운 동작 축.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[확인] test-time compute가 성능의 핵심 자원이 됨(Snell 2024) → '얼마나 생각하나'가 곧 비용·성능·가치.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[프레이밍] 에이전트화로 트래픽 양·성격이 급변 중 — 한 작업에 수십~수백 요청, 새 관측 대상 대량 발생.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[프레이밍] 선행 side-channel은 '주제·길이'까지만(2024~2026). '추론 깊이' 축은 아직 아무도 측정 안 한 빈 땅 → 지금이 선점 시점.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[프레이밍] 벤더가 padding·batching 방어를 추가하기 시작함(Whisper Leak) → 이동 표적. 경계를 지금 그려둬야 방어 설계에 쓰인다.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왜 필요한가 — 이해관계자별 가치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프라이버시·보안(사용자·보안팀): '암호화=안전' 통념이 부분적 거짓임을 계산 성격 축에서 규명 → 위협 표면 인식·대응 근거.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[확인] 근거: 암호화 상태서 주제 누출 실증(Whisper Leak, 28개 LLM) — 계산 성격 누출은 그 다음 미개척 축.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네트워크 운영자·인프라: 복호화 없이 워크로드 성격(무거운 추론) 조기 파악 → QoS·admission control·GPU scheduling·비용 추정.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AI 서비스 제공자·방어 설계자: '언제 새고 안 새나'를 알아야 방어(지연 균일화·패딩·배칭)를 효율적으로 설계.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학계: 암호화 트래픽 side-channel의 '무엇이 새는가' 지도에 새 축(추론 깊이)을 추가하는 측정 기여.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[프레이밍] 프라이버시만 선행으로 직접 뒷받침, 운영·비용·방어 가치는 본 연구가 검증·정량화할 대상.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향후 연구로의 확장 — 활용 비전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이 연구(L4 추론 깊이)는 더 큰 '암호화 트래픽 leak-map' 프로그램의 토대: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해상도 확장: 이진(짧/긴) → 추론 토큰 수 연속 추정 → 비용·연산량 대리 추정(운영 직결).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자율성(L5): 추론 깊이 신호를 집계해 사람 vs 자율 에이전트 세션 구별·이상탐지로 확장.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강건성: 패딩·배칭·드리프트·타 네트워크 하에서도 되는지 → 방어-공격 공진화 연구.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서비스 일반화: 한 서비스서 학습→타 서비스 전이 = '추론은 서비스 무관 행동'인지 규명(논지 결정타).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방어 설계 근거: 경계지도로 어떤 조건서 어떤 방어(지연 균일화 등)가 필요한지 정량 처방.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→ 후속 논문·과제(에이전트 탐지·비용 가시성·방어 벤치마크)로 파생 가능한 확장성 있는 주제.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예비 근거 — 파일럿이 말하는 것 [예비 결과]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[예비 결과·파일럿] 아래는 본 연구실 소규모 사전 실험 결과(정식 규모 아님, 방향 검증용):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같은 질문·길이 통제서 패킷 피처만으로 no_think vs high 추론 이진분류 정확도 약 0.96(질문별 split).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대조: 길이-only 분류기는 우연 이하(≈0.46) — '길이 잰 것 아니냐' 반박을 정면 차단.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효과크기: Gemini no_think vs high 분리도 Cohen's d≈1.6(95% CI가 0을 안 걸침) = 통계적으로 유의.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경계 증거: 초고속 인프라(LPU)서는 추론시간&lt;지터라 신호 소멸 — '언제 되고 안 되나'(경계)가 실재함.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→ 본 설계(멀티프로바이더·경계지도)로 확장할 근거는 이미 예비 확보. 정식 규모·유의성으로 승격이 목표.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연구 주제 · 식별 계층 (L1~L6)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'짧은 추론 vs 긴 추론' 분류는 목적이 아니라 누출을 증명하는 도구.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L1 GenAI 트래픽 여부 (vs 일반 웹·스트리밍)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L2 서비스 (ChatGPT / Claude / Gemini)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L3 출력 모달리티 (텍스트 / 이미지 / 음성)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L4 추론 깊이 (짧은 추론 / 긴 추론)  ★핵심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L5 자율성 (사람 vs 자율 에이전트)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L6 보편성 (환경·수집시점 일반화)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위로 갈수록 선행연구 많음(포화), 아래로 갈수록 미개척 — L4가 빈 땅.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왜 '추론 깊이'인가 — 세 이유가 겹침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① 새로운 누출 축 (신규성)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기존은 주제·답 길이·모델 식별까지. '얼마나 깊이 생각했나'는 확인된 범위서 미개척.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② 중요한 것들의 프록시 (so-what)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깊은 추론=비싼 연산(Snell 2024)·무거운 작업·자율 에이전트 활동. 내용 없이 추정.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③ 사용자와 무관 (강건성)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추론 깊이는 태스크가 정함(사용자 습관 아님). 사용자 리듬 기반 신호보다 안정적일 것(대조: LLMs Have Rhythm은 모델 식별).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연구 방법 ·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① 데이터 — 능동 생성 (공개셋 부재)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같은 질문에 추론 강도만 바꿔 반복 요청 → tcpdump로 요청-응답 '턴' 캡처·라벨.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② 피처 — 순수 행동만 (내용·길이·SNI 제외)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주 신호 = pkt_gap(요청→첫 응답 침묵) + 상·하향 bytes/pkts · IAT.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③ 데이터 누수 차단 (정직한 평가)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질문별 split(처음 보는 질문서 평가) · SNI/IP 제거 · 출력 길이 통제(길이 환원 방지).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④ 평가 · 확장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효과크기(분리도)+신뢰구간 정량화 → 서비스 일반화 → 인프라 격리로 '경계' 규명.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[프레이밍] 멀티프로바이더·멀티모델 확장, Task A/B/C, 스트리밍 가시성 축은 설계본 참조.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기대 효과 · 의의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학술적 기여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암호화 트래픽 누출의 새 축('추론 깊이') 규명 + 성립 조건(인프라 경계) 특성화.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실용적 의의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네트워크 워크로드 가시성·QoS·이상탐지 / 리소스·비용 추정 / 자율 에이전트 남용·이상 탐지의 행동 신호.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보안 · 방어 관점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'언제 새고 안 새나'를 알면 방어(지연 균일화·패딩·배칭) 설계 근거(공격 규명 → 방어 재료).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향후 계획 · 로드맵 (E1~E6)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E1 분류기 구축 — 패킷 피처로 짧추/긴추 분류(질문별 split)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E2 규모·유의성 — 반복 확대로 분포·효과크기·신뢰구간 확보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E3 서비스 일반화 — 다른 서비스서도 되나(서비스 무관성 검증)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E4 해상도 — 이진 → 추론 토큰 수 연속 추정(비용 추정 직결)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E5 실현·분리 — 연속 트래픽서 턴 분리·슬라이딩 윈도우(실배포)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E2761"/>
                </a:solidFill>
              </a:rPr>
              <a:t>• E6 응용 — 자율 에이전트 이상탐지 · 비용 추정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 References ① — 추론 / side-channel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1. Snell et al. Scaling LLM Test-Time Compute… arXiv:2408.03314 (2024).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2. OpenAI. Learning to reason with LLMs (o1) · Reasoning API 문서(reasoning token 비노출·effort).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3. Anthropic. Extended thinking(요약 반환·streaming·budget_tokens→adaptive effort).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4. OpenAI. gpt-oss(120b/20b, Apache 2.0, effort low/med/high) — GitHub·모델카드 2508.10925.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5. DeepSeek-AI. DeepSeek-R1. arXiv:2501.12948.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6. Whisper Leak. Microsoft. 2511.03675 (2025).  7. What Was Your Prompt? USENIX Sec 2024, 2403.09751.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8. PromptEcho. USENIX Sec 2026 [PDF403].  9. Time Will Tell. 2412.15431.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10. LLMs Have Rhythm. 2502.20589.  11. When Speculation Spills Secrets. 2411.01076.  12. Early Bird(캐시). 2409.20002.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19. References ② — 트래픽 분류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13. Lin et al. ET-BERT. WWW 2022, arXiv:2202.06335, DOI:10.1145/3485447.3512217.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14. Xie et al. Rosetta: Robust TLS Encrypted Traffic Classification. USENIX Sec 2023 [공저자 원문확인 필요].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15. Taylor et al. AppScanner. IEEE EuroS&amp;P 2016.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16. Wang et al. Website Fingerprinting. USENIX Sec 2014 · Hayes &amp; Danezis. k-fingerprinting. USENIX Sec 2016.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17. RFC 8446(TLS 1.3) §5.4 Record Padding [원문 대조 권장] · TLS 1.3 서베이 Electronics 13(20):4000(MDPI 2024).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</a:rPr>
              <a:t>   인접: NetEcho 2510.25472 · Wiretapping LLMs eprint 2025/167 · InputSnatch 2411.18191 · Stealing Reasoning Traces 2608.09867.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default">
  <a:themeElements>
    <a:clrScheme name="사용자 지정 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27D34"/>
      </a:hlink>
      <a:folHlink>
        <a:srgbClr val="627D34"/>
      </a:folHlink>
    </a:clrScheme>
    <a:fontScheme name="NM LAB">
      <a:majorFont>
        <a:latin typeface="Arial"/>
        <a:ea typeface="HY견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default 1">
        <a:dk1>
          <a:srgbClr val="4D4D4D"/>
        </a:dk1>
        <a:lt1>
          <a:srgbClr val="FFFFFF"/>
        </a:lt1>
        <a:dk2>
          <a:srgbClr val="999999"/>
        </a:dk2>
        <a:lt2>
          <a:srgbClr val="000000"/>
        </a:lt2>
        <a:accent1>
          <a:srgbClr val="F04E22"/>
        </a:accent1>
        <a:accent2>
          <a:srgbClr val="F0B500"/>
        </a:accent2>
        <a:accent3>
          <a:srgbClr val="FFFFFF"/>
        </a:accent3>
        <a:accent4>
          <a:srgbClr val="404040"/>
        </a:accent4>
        <a:accent5>
          <a:srgbClr val="F6B2AB"/>
        </a:accent5>
        <a:accent6>
          <a:srgbClr val="D9A400"/>
        </a:accent6>
        <a:hlink>
          <a:srgbClr val="F07800"/>
        </a:hlink>
        <a:folHlink>
          <a:srgbClr val="00A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2">
        <a:dk1>
          <a:srgbClr val="4D4D4D"/>
        </a:dk1>
        <a:lt1>
          <a:srgbClr val="FFFFFF"/>
        </a:lt1>
        <a:dk2>
          <a:srgbClr val="999999"/>
        </a:dk2>
        <a:lt2>
          <a:srgbClr val="000000"/>
        </a:lt2>
        <a:accent1>
          <a:srgbClr val="F04E22"/>
        </a:accent1>
        <a:accent2>
          <a:srgbClr val="F0B500"/>
        </a:accent2>
        <a:accent3>
          <a:srgbClr val="FFFFFF"/>
        </a:accent3>
        <a:accent4>
          <a:srgbClr val="404040"/>
        </a:accent4>
        <a:accent5>
          <a:srgbClr val="F6B2AB"/>
        </a:accent5>
        <a:accent6>
          <a:srgbClr val="D9A400"/>
        </a:accent6>
        <a:hlink>
          <a:srgbClr val="33CCFF"/>
        </a:hlink>
        <a:folHlink>
          <a:srgbClr val="00A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3">
        <a:dk1>
          <a:srgbClr val="4D4D4D"/>
        </a:dk1>
        <a:lt1>
          <a:srgbClr val="FFFFFF"/>
        </a:lt1>
        <a:dk2>
          <a:srgbClr val="999999"/>
        </a:dk2>
        <a:lt2>
          <a:srgbClr val="000000"/>
        </a:lt2>
        <a:accent1>
          <a:srgbClr val="F04E22"/>
        </a:accent1>
        <a:accent2>
          <a:srgbClr val="F0B500"/>
        </a:accent2>
        <a:accent3>
          <a:srgbClr val="FFFFFF"/>
        </a:accent3>
        <a:accent4>
          <a:srgbClr val="404040"/>
        </a:accent4>
        <a:accent5>
          <a:srgbClr val="F6B2AB"/>
        </a:accent5>
        <a:accent6>
          <a:srgbClr val="D9A400"/>
        </a:accent6>
        <a:hlink>
          <a:srgbClr val="33CCCC"/>
        </a:hlink>
        <a:folHlink>
          <a:srgbClr val="00A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4">
        <a:dk1>
          <a:srgbClr val="4D4D4D"/>
        </a:dk1>
        <a:lt1>
          <a:srgbClr val="FFFFFF"/>
        </a:lt1>
        <a:dk2>
          <a:srgbClr val="999999"/>
        </a:dk2>
        <a:lt2>
          <a:srgbClr val="000000"/>
        </a:lt2>
        <a:accent1>
          <a:srgbClr val="F04E22"/>
        </a:accent1>
        <a:accent2>
          <a:srgbClr val="F0B500"/>
        </a:accent2>
        <a:accent3>
          <a:srgbClr val="FFFFFF"/>
        </a:accent3>
        <a:accent4>
          <a:srgbClr val="404040"/>
        </a:accent4>
        <a:accent5>
          <a:srgbClr val="F6B2AB"/>
        </a:accent5>
        <a:accent6>
          <a:srgbClr val="D9A400"/>
        </a:accent6>
        <a:hlink>
          <a:srgbClr val="0099FF"/>
        </a:hlink>
        <a:folHlink>
          <a:srgbClr val="00A6A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윾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NM LAB">
      <a:majorFont>
        <a:latin typeface="Arial Black"/>
        <a:ea typeface="HY견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1E59A097A16364E89ECD49717FB6436" ma:contentTypeVersion="4" ma:contentTypeDescription="새 문서를 만듭니다." ma:contentTypeScope="" ma:versionID="c3a1868f3210500bb77359d86272c374">
  <xsd:schema xmlns:xsd="http://www.w3.org/2001/XMLSchema" xmlns:xs="http://www.w3.org/2001/XMLSchema" xmlns:p="http://schemas.microsoft.com/office/2006/metadata/properties" xmlns:ns3="d0cc5d05-5f99-41c0-b610-32cc205160b0" targetNamespace="http://schemas.microsoft.com/office/2006/metadata/properties" ma:root="true" ma:fieldsID="4735c579ec85658d2737b358020fe39a" ns3:_="">
    <xsd:import namespace="d0cc5d05-5f99-41c0-b610-32cc205160b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cc5d05-5f99-41c0-b610-32cc205160b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0ED3D9-1CB3-4D43-8166-1AE30A265E9D}">
  <ds:schemaRefs>
    <ds:schemaRef ds:uri="http://schemas.microsoft.com/office/2006/documentManagement/types"/>
    <ds:schemaRef ds:uri="http://schemas.microsoft.com/office/infopath/2007/PartnerControls"/>
    <ds:schemaRef ds:uri="d0cc5d05-5f99-41c0-b610-32cc205160b0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purl.org/dc/terms/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7810D661-B216-40A4-8CD1-843F44ECC2A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BE3C24-1F7B-485E-BB1F-27BB2F5C2F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0cc5d05-5f99-41c0-b610-32cc205160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78001</TotalTime>
  <Words>1322</Words>
  <Application>Microsoft Office PowerPoint</Application>
  <PresentationFormat>와이드스크린</PresentationFormat>
  <Paragraphs>117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Noto Sans KR</vt:lpstr>
      <vt:lpstr>Arial</vt:lpstr>
      <vt:lpstr>Roboto</vt:lpstr>
      <vt:lpstr>Wingdings</vt:lpstr>
      <vt:lpstr>3_default</vt:lpstr>
      <vt:lpstr>Office 테마</vt:lpstr>
      <vt:lpstr>암호화 트래픽으로 LLM 추론 깊이 식별</vt:lpstr>
      <vt:lpstr>목차</vt:lpstr>
      <vt:lpstr>1. 배경 ① — LLM의 진화</vt:lpstr>
      <vt:lpstr>2. 배경 ② — 암호화 트래픽의 현실</vt:lpstr>
      <vt:lpstr>3. 이런 트래픽의 특성 — 무엇이 보이나</vt:lpstr>
      <vt:lpstr>4. 기존 연구의 빈틈</vt:lpstr>
      <vt:lpstr>5. 문제가 될 수 있는 점 — 왜 위협인가</vt:lpstr>
      <vt:lpstr>6. 연구 목적</vt:lpstr>
      <vt:lpstr>7. 연구 주제 · 식별 계층</vt:lpstr>
      <vt:lpstr>8. 왜 '추론 깊이'인가</vt:lpstr>
      <vt:lpstr>9. 연구 방법 · 설계</vt:lpstr>
      <vt:lpstr>10. 기대 효과 · 의의</vt:lpstr>
      <vt:lpstr>11. 향후 계획 · 로드맵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helpnara</dc:creator>
  <cp:lastModifiedBy>심규상</cp:lastModifiedBy>
  <cp:revision>659</cp:revision>
  <cp:lastPrinted>2025-12-04T01:24:38Z</cp:lastPrinted>
  <dcterms:created xsi:type="dcterms:W3CDTF">2016-08-13T04:33:54Z</dcterms:created>
  <dcterms:modified xsi:type="dcterms:W3CDTF">2026-09-06T15:42:47Z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0x01010091E59A097A16364E89ECD49717FB6436</vt:lpwstr>
  </property>
</Properties>
</file>