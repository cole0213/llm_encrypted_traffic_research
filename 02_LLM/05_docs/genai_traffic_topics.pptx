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551" autoAdjust="0"/>
  </p:normalViewPr>
  <p:slideViewPr>
    <p:cSldViewPr snapToGrid="0" snapToObjects="1">
      <p:cViewPr varScale="1">
        <p:scale>
          <a:sx n="86" d="100"/>
          <a:sy n="86" d="100"/>
        </p:scale>
        <p:origin x="15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77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대주제 네트워크 트래픽 분류, 소주제 생성형 AI. 서비스명 식별을 넘어 작업·행동 추론을 하겠다는 방향 </a:t>
            </a:r>
            <a:r>
              <a:rPr lang="en-US" dirty="0" err="1"/>
              <a:t>후보를</a:t>
            </a:r>
            <a:r>
              <a:rPr lang="en-US" dirty="0"/>
              <a:t> </a:t>
            </a:r>
            <a:r>
              <a:rPr lang="en-US" dirty="0" err="1"/>
              <a:t>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서비스명 분류는 SNI만 있으면 자명하고 기존 응용분류와 겹쳐 신규성이 약하다. 그래서 행동·작업단계 추론으로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GenAI 트래픽 급증, 기존은 앱식별에 그침, 행동 다양화로 트래픽 지문 여지가 생김.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트래픽에서 무엇을 예측 대상으로 두느냐의 차이. 행동 라벨은 서비스가 바뀌어도 일반화되고 이상탐지로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축이 후보. L2 에이전트유형, L4 작업단계, L5 자율성이 선행연구가 거의 안 한 빈 땅(별표).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셋이 우리 주제를 삼각측량한다: 실제 트래픽(From-Prompts), 방법론 청사진(Voice), 행동지문 프레이밍(AgenTag).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공통</a:t>
            </a:r>
            <a:r>
              <a:rPr lang="en-US" dirty="0"/>
              <a:t> 한계, 구조적 병목, 미해결 논쟁. 상세 분석은 별도 리포트/노트에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신규성은 이 세 조건의 교집합. 세 선행연구 각각이 하나씩 빠뜨린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실현가능성과 신규성의 트레이드오프. L4/L2/L5가 신규성 최고지만 데이터 난도도 높다.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L4+L2를 주력 제안. 근거는 빈 땅 확실성, Voice의 결정론 관찰, 이상탐지 확장성.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자체수집이 최대 난관, SNI-free 증명이 방법 정직성, 드리프트가 지속 </a:t>
            </a:r>
            <a:r>
              <a:rPr lang="en-US" dirty="0" err="1"/>
              <a:t>리스크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타깃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ChatGPT·Claude·Gemini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3개면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충분할까요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자체수집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규모·장비는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어디까지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현실적일까요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축부터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시작할까요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(L4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작업단계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L2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L3 </a:t>
            </a:r>
            <a:r>
              <a:rPr lang="en-US" altLang="ko-KR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중)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13236"/>
            <a:ext cx="91440" cy="238924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94944" y="5427406"/>
            <a:ext cx="91440" cy="424754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41248" y="5666330"/>
            <a:ext cx="91440" cy="185830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87552" y="5268124"/>
            <a:ext cx="91440" cy="584036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33856" y="5560142"/>
            <a:ext cx="91440" cy="292018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80160" y="5108841"/>
            <a:ext cx="91440" cy="743319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26464" y="5692877"/>
            <a:ext cx="91440" cy="159283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572768" y="5374312"/>
            <a:ext cx="91440" cy="477848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719072" y="5029200"/>
            <a:ext cx="91440" cy="822960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865376" y="5533595"/>
            <a:ext cx="91440" cy="318565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11680" y="5639783"/>
            <a:ext cx="91440" cy="212377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157984" y="5215030"/>
            <a:ext cx="91440" cy="637130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304288" y="5453954"/>
            <a:ext cx="91440" cy="398206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450592" y="5055747"/>
            <a:ext cx="91440" cy="796413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596896" y="5586689"/>
            <a:ext cx="91440" cy="265471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0" y="5321218"/>
            <a:ext cx="91440" cy="530942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889504" y="5666330"/>
            <a:ext cx="91440" cy="185830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035808" y="5161935"/>
            <a:ext cx="91440" cy="690225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182112" y="5507048"/>
            <a:ext cx="91440" cy="345112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328416" y="5294671"/>
            <a:ext cx="91440" cy="557489"/>
          </a:xfrm>
          <a:prstGeom prst="rect">
            <a:avLst/>
          </a:prstGeom>
          <a:solidFill>
            <a:srgbClr val="2AA7B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48640" y="14630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암호화 트래픽으로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생성형 AI 행동을 읽다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트래픽만 보고 '어느 서비스'가 아니라 '무슨 작업·어떤 에이전트'인지 추론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장 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대주제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트래픽 분류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48056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소주제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(LLM)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암호화된 트래픽만 보고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'행동'인지 맞힐 수 있나?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1440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572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서비스명 식별  </a:t>
            </a:r>
            <a:r>
              <a:rPr lang="en-US" sz="14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(ChatGPT냐 Claude냐 — 기존 앱분류와 겹침)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83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작업·행동 추론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(무슨 작업/어떤 에이전트 — 서비스 무관 일반화, 진짜 신호)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지금 이 주제인가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600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트래픽이 일상화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0574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ChatGPT·Copilot·Gemini가 항상-온라인 클라우드로 새로운 트래픽 부하를 만든다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914400" cy="914400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108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연구는 '어느 앱이냐'에 그침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5661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서비스/앱 식별까지만. 그 안에서 무슨 작업을 하는지는 미개척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914400" cy="91440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행동이 다양해짐 → 트래픽에 흔적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50749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스트리밍·긴 추론·음성·도구사용·에이전트 → 각기 다른 패킷 지문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아이디어: 무엇을 라벨로 삼나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65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서비스명 식별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"ChatGPT인지 Claude인지"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앱/웹 분류와 겹침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SNI만 있으면 거의 자명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신규성 약함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연구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작업·행동 추론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"무슨 작업 / 어떤 에이전트"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단순질문·긴추론·도구사용 구분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무관하게 일반화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이상탐지로도 확장 가능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후보 주제 축 — 무엇을 식별할까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10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vs 일반 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트래픽 자체를 탐지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BF3E0"/>
          </a:solidFill>
          <a:ln w="19050">
            <a:solidFill>
              <a:srgbClr val="E0A6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685800" cy="685800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4805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810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유형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빈 땅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· 코딩 · 리서치 에이전트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1838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1810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모달리티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· 이미지 · 음성 생성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BF3E0"/>
          </a:solidFill>
          <a:ln w="19050">
            <a:solidFill>
              <a:srgbClr val="E0A6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3749040"/>
            <a:ext cx="685800" cy="68580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단계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빈 땅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572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단순질문 · 긴 추론 · 도구 사용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25196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BF3E0"/>
          </a:solidFill>
          <a:ln w="19050">
            <a:solidFill>
              <a:srgbClr val="E0A6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685800" cy="68580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448056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배포·자율성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빈 땅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4572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로컬/클라우드 · 사용자/자율에이전트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955280" y="35204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183880" y="37490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818388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7764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보편성·드리프트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4572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환경·시점 넘어 견디는가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선행연구 지형 — 가까운 3편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Prompts to Packets  </a:t>
            </a: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· Napoli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ChatGPT·Copilot·Gemini 트래픽 특성화. 앱분류 F1 91.7%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빈틈:  </a:t>
            </a:r>
            <a:r>
              <a:rPr lang="en-US" sz="1300" dirty="0">
                <a:solidFill>
                  <a:srgbClr val="7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추론(reasoning) 모델 배제 · 작업단계 안 함 · SNI 의존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08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Fingerprinting  </a:t>
            </a: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· WiSec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74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음성명령을 암호트래픽만으로 92~99% 분류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빈틈:  </a:t>
            </a:r>
            <a:r>
              <a:rPr lang="en-US" sz="1300" dirty="0">
                <a:solidFill>
                  <a:srgbClr val="7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응답이 결정론적 → 인커밍만으로도 식별 (우리 가설 근거)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77240" y="4727448"/>
            <a:ext cx="502920" cy="50292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AgenTag  </a:t>
            </a: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에이전트 행동 지문화 (open-world)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빈틈:  </a:t>
            </a:r>
            <a:r>
              <a:rPr lang="en-US" sz="1300" dirty="0">
                <a:solidFill>
                  <a:srgbClr val="7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신호가 PR·코드지 네트워크 트래픽이 아님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선행연구 종합 — 한계 · 병목 · 논쟁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공통 한계·향후과제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865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드리프트 (모델·서비스 변하면 성능 붕괴 — 전 논문 공통)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2278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3127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추론(reasoning) 모델은 대부분 미포함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0690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05840" y="396849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합성·통제 데이터 → 실환경 괴리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91032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480974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미지 에이전트 대응 미흡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5196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51960" y="15544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4434840" y="1554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구조적 결함·병목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2386584"/>
            <a:ext cx="109728" cy="109728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70916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SNI/payload shortcut 의존 (가리면 −20%p 급락)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80560" y="3227832"/>
            <a:ext cx="109728" cy="109728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709160" y="3127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'작업 단계' 신호 자체를 라벨로 안 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80560" y="4069080"/>
            <a:ext cx="109728" cy="109728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709160" y="396849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자기회귀 스트리밍 = 부채널 근원 (내재적)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80560" y="4910328"/>
            <a:ext cx="109728" cy="109728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709160" y="480974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폐쇄집합 한계 (소수 명령·앱만)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955280" y="15544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138160" y="1554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미해결 논쟁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83880" y="2386584"/>
            <a:ext cx="109728" cy="109728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41248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라벨 vs 서비스명 — 무엇이 진짜 신호?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83880" y="3227832"/>
            <a:ext cx="109728" cy="109728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412480" y="3127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관측면: 코드/PR vs 네트워크 패킷?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83880" y="4069080"/>
            <a:ext cx="109728" cy="109728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8412480" y="3968496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 써도 되나 (현실적) vs SNI-free (신규성)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83880" y="4910328"/>
            <a:ext cx="109728" cy="109728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8412480" y="4809744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딥러닝이 값어치 있나 (Sweet Danger 반박)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논문이 못 다룬 교집합 = 우리 자리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719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side-channel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214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크기·방향·타이밍만 (SNI/IP/포트 없이)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70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reasoning·tool-use LLM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729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추론·도구사용·스트리밍이 있는 최신 모델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8221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작업단계·에이전트·자율성 라벨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24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'무슨 작업/어떤 에이전트'를 예측 대상으로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6273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셋 중 누구도 안 함 — </a:t>
            </a:r>
            <a:r>
              <a:rPr lang="en-US" sz="15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From-Prompts=reasoning 배제 · Voice=2020 고정명령 · AgenTag=비(非)트래픽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후보별 판단 — 실현가능성 · 신규성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846320" cy="603504"/>
          </a:xfrm>
          <a:prstGeom prst="rect">
            <a:avLst/>
          </a:prstGeom>
          <a:solidFill>
            <a:srgbClr val="0E1B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1600200"/>
            <a:ext cx="1737360" cy="603504"/>
          </a:xfrm>
          <a:prstGeom prst="rect">
            <a:avLst/>
          </a:prstGeom>
          <a:solidFill>
            <a:srgbClr val="0E1B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504688" y="16002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실현가능성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600200"/>
            <a:ext cx="1737360" cy="603504"/>
          </a:xfrm>
          <a:prstGeom prst="rect">
            <a:avLst/>
          </a:prstGeom>
          <a:solidFill>
            <a:srgbClr val="0E1B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242048" y="16002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0" y="1600200"/>
            <a:ext cx="2651760" cy="603504"/>
          </a:xfrm>
          <a:prstGeom prst="rect">
            <a:avLst/>
          </a:prstGeom>
          <a:solidFill>
            <a:srgbClr val="0E1B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979408" y="16002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03704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8368" y="220370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탐지 (GenAI vs 웹)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2203704"/>
            <a:ext cx="1737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504688" y="22037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0" y="2203704"/>
            <a:ext cx="1737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242048" y="22037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69680" y="2203704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979408" y="22037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SNI/볼륨으로 비교적 자명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07208"/>
            <a:ext cx="484632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58368" y="28072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음성/이미지 모달리티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94960" y="2807208"/>
            <a:ext cx="17373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5504688" y="280720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32320" y="2807208"/>
            <a:ext cx="17373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7242048" y="280720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9680" y="2807208"/>
            <a:ext cx="26517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979408" y="28072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전송계층부터 다름 (WebRTC vs SSE)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410712"/>
            <a:ext cx="484632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41071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작업 단계 (추론·도구)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394960" y="3410712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504688" y="341071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0" y="3410712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42048" y="341071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최고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869680" y="3410712"/>
            <a:ext cx="26517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8979408" y="341071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Will Tell 등 간접근거, 직접 연구 없음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014216"/>
            <a:ext cx="484632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8368" y="40142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에이전트 유형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394960" y="4014216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5504688" y="40142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132320" y="4014216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7242048" y="401421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최고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869680" y="4014216"/>
            <a:ext cx="26517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8979408" y="401421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코퍼스에 거의 0편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4617720"/>
            <a:ext cx="484632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658368" y="461772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자율성 (사용자 vs 에이전트)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394960" y="4617720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504688" y="46177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132320" y="4617720"/>
            <a:ext cx="17373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7242048" y="46177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A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최고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869680" y="4617720"/>
            <a:ext cx="265176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8979408" y="4617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미개척, 데이터 확보 난도 큼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" y="5221224"/>
            <a:ext cx="484632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658368" y="52212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보편성·드리프트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394960" y="5221224"/>
            <a:ext cx="17373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504688" y="522122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7132320" y="5221224"/>
            <a:ext cx="17373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7242048" y="522122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869680" y="5221224"/>
            <a:ext cx="2651760" cy="603504"/>
          </a:xfrm>
          <a:prstGeom prst="rect">
            <a:avLst/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8979408" y="522122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축의 차별화 기준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끌리는 방향 (제안)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주력: 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작업 단계  +  L2 에이전트 유형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128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신규성 최고 · 순수 side-channel로 접근 가능 · 서비스 무관 일반화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25880" y="2953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방향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9535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땅이 확실 — 선행 3편이 정확히 이 부분을 안 다룸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325880" y="3913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근거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9136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논문의 '결정론적 서버응답' 관찰 → 추론·도구사용도 지문화 가능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25880" y="4873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8737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이상(비정상 에이전트) 탐지로 자연스럽게 연결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리스크와 다음 단계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993392"/>
            <a:ext cx="548640" cy="548640"/>
          </a:xfrm>
          <a:prstGeom prst="ellipse">
            <a:avLst/>
          </a:prstGeom>
          <a:solidFill>
            <a:srgbClr val="E0A6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데이터셋 없음 → 서비스×작업×채널 조합을 직접 캡처해야 함 (최대 난관)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34107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644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정직성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SNI/IP 빼고도 되는지 증명 — per-flow split, 행동 피처만 (Sweet Danger 교훈)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EEF3F6"/>
          </a:solidFill>
          <a:ln w="12700">
            <a:solidFill>
              <a:srgbClr val="D3DE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22960" y="4828032"/>
            <a:ext cx="548640" cy="548640"/>
          </a:xfrm>
          <a:prstGeom prst="ellipse">
            <a:avLst/>
          </a:prstGeom>
          <a:solidFill>
            <a:srgbClr val="2AA7B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6817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드리프트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UI·모델이 자주 바뀜 → 작업단계 시그니처가 이동표적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1029</Words>
  <Application>Microsoft Office PowerPoint</Application>
  <PresentationFormat>와이드스크린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심규상</cp:lastModifiedBy>
  <cp:revision>3</cp:revision>
  <dcterms:created xsi:type="dcterms:W3CDTF">2026-08-31T15:49:46Z</dcterms:created>
  <dcterms:modified xsi:type="dcterms:W3CDTF">2026-08-31T15:54:59Z</dcterms:modified>
</cp:coreProperties>
</file>