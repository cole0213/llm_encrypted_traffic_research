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Free Tier 소진으로 GCP($300 무료 크레딧)로 동등한 네트워크 환경을 구성. 용어(VPC/IAM) 대응.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114800"/>
            <a:ext cx="3108960" cy="310896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 PRACTICE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클라우드 환경 구성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GCP 기반 VPC · IAM · Bastion Host 구축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Tier 대체 환경 — Kubernetes(EKS/GKE) 운영 전 네트워크 사전 구성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29768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심규상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2026-09-08   |   Region: asia-northeast3 (Seoul)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실습 개요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쿠버네티스 클러스터를 올리기 전, 하나의 VPC 안에 이중화된 서브넷을 구성하고 Bastion Host로 접근 경로를 만든다. AWS Free Tier 소진으로 동일 개념을 GCP에서 구현했다.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40080" cy="64008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031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생성
</a:t>
            </a:r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무료 체험판($300 크레딧) 계정 생성 및 콘솔 접근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640080" cy="64008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0632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설정
</a:t>
            </a:r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작업용 서비스 계정(eks-admin) 생성 + 역할(편집자) 부여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640080" cy="64008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0233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구축
</a:t>
            </a:r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eks-vpc 생성 · 이중화 서브넷(public / private) 구성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640080" cy="64008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983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
</a:t>
            </a:r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서브넷에 점프 서버(VM) 생성 · 외부 IP 부여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네트워크 아키텍처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eks-vpc   (asia-northeast3)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86868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868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/ 외부 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280160"/>
            <a:ext cx="0" cy="54864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1965960"/>
            <a:ext cx="10515600" cy="1691640"/>
          </a:xfrm>
          <a:prstGeom prst="roundRect">
            <a:avLst>
              <a:gd name="adj" fmla="val 3243"/>
            </a:avLst>
          </a:prstGeom>
          <a:solidFill>
            <a:srgbClr val="E8F4EA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0482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  public-a   10.0.1.0/24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2468880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EC72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24688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· 외부 IP · SSH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10515600" cy="1965960"/>
          </a:xfrm>
          <a:prstGeom prst="roundRect">
            <a:avLst>
              <a:gd name="adj" fmla="val 2791"/>
            </a:avLst>
          </a:prstGeom>
          <a:solidFill>
            <a:srgbClr val="E7EEF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227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  private-a   10.0.11.0/24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4343400"/>
            <a:ext cx="31089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3434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Worker Node
</a:t>
            </a:r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(EKS/GKE 노드 배치)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· Pod · Pod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77440" y="3429000"/>
            <a:ext cx="0" cy="914400"/>
          </a:xfrm>
          <a:prstGeom prst="line">
            <a:avLst/>
          </a:prstGeom>
          <a:noFill/>
          <a:ln w="25400">
            <a:solidFill>
              <a:srgbClr val="EC7211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46888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3434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 요약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VPC + 이중화 서브넷(public/private)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Bastion(public) → SSH → Worker(private)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Worker Node는 private에 격리 배치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외부 접근은 Bastion 한 곳으로 단일화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계정 생성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무료 체험판 계정 생성. $300(₩414,984) 크레딧 제공.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포인트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콘솔 대시보드 정상 진입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무료 크레딧 잔액 표시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결제는 크레딧에서만 차감(카드 자동청구 없음)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6217920" cy="4480560"/>
          </a:xfrm>
          <a:prstGeom prst="roundRect">
            <a:avLst>
              <a:gd name="adj" fmla="val 1224"/>
            </a:avLst>
          </a:prstGeom>
          <a:solidFill>
            <a:srgbClr val="E9EEF4"/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6217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스샷 ① — 콘솔 대시보드 + 크레딧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콘솔 스크린샷을 이 자리에 붙여넣으세요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IAM 설정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작업용 서비스 계정 생성 + 역할 부여(루트 대신 권한 분리).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47548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서비스 계정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eks-admin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&gt; 편집자 (Editor)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 설정됨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371600"/>
            <a:ext cx="6217920" cy="4480560"/>
          </a:xfrm>
          <a:prstGeom prst="roundRect">
            <a:avLst>
              <a:gd name="adj" fmla="val 1224"/>
            </a:avLst>
          </a:prstGeom>
          <a:solidFill>
            <a:srgbClr val="E9EEF4"/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5486400" y="1371600"/>
            <a:ext cx="6217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스샷 ② — 서비스 계정 목록(eks-admin)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콘솔 스크린샷을 이 자리에 붙여넣으세요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VPC 구축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eks-vpc 생성 후 이중화 서브넷 구성(맞춤 모드).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서브넷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10.0.1.0/24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asia-northeast3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private-a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10.0.11.0/24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asia-northeast3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VPC: eks-vpc · 커스텀 서브넷 모드 · MTU 1460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0" y="1371600"/>
            <a:ext cx="6217920" cy="4480560"/>
          </a:xfrm>
          <a:prstGeom prst="roundRect">
            <a:avLst>
              <a:gd name="adj" fmla="val 1224"/>
            </a:avLst>
          </a:prstGeom>
          <a:solidFill>
            <a:srgbClr val="E9EEF4"/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5486400" y="1371600"/>
            <a:ext cx="6217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스샷 ③ — eks-vpc 서브넷 목록(CIDR)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콘솔 스크린샷을 이 자리에 붙여넣으세요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Bastion Host 생성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서브넷에 점프 서버(VM) 생성 · 외부 IP 부여.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asia-northeast3-b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연결 서브넷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public-a (10.0.1.0/24)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내부 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10.0.1.2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 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부여됨 (임시)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 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371600"/>
            <a:ext cx="6217920" cy="4480560"/>
          </a:xfrm>
          <a:prstGeom prst="roundRect">
            <a:avLst>
              <a:gd name="adj" fmla="val 1224"/>
            </a:avLst>
          </a:prstGeom>
          <a:solidFill>
            <a:srgbClr val="E9EEF4"/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5486400" y="1371600"/>
            <a:ext cx="6217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스샷 ④ — bastion 인스턴스(실행 중 + 외부 IP)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콘솔 스크린샷을 이 자리에 붙여넣으세요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결과 요약 &amp; 비용 관리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916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크레딧 계정 생성 완료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83280" y="155448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520440" y="16916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eks-admin 서비스 계정 · 편집자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16916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eks-vpc · public/private 이중 서브넷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052560" y="155448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89720" y="16916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public-a에 VM 생성 · 외부 IP · 실행 확인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6616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/ 정리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실제 카드 청구 0원 — 무료 체험판, 크레딧 차감만, 자동 유료전환 없음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과금 대상은 VM뿐(IAM·VPC는 무료). 캡처 후 전 리소스 삭제 완료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정리 순서: Bastion VM → VPC(서브넷 포함) → 서비스 계정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EKS는 AWS 전용 서비스로, GCP에서는 GKE가 대응(동일 개념: 관리형 K8s + 노드풀).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심규상</dc:creator>
  <cp:lastModifiedBy>심규상</cp:lastModifiedBy>
  <cp:revision>1</cp:revision>
  <dcterms:created xsi:type="dcterms:W3CDTF">2026-09-07T15:15:59Z</dcterms:created>
  <dcterms:modified xsi:type="dcterms:W3CDTF">2026-09-07T15:15:59Z</dcterms:modified>
</cp:coreProperties>
</file>